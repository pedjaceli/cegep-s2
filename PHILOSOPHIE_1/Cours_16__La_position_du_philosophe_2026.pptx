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8" r:id="rId16"/>
    <p:sldId id="271" r:id="rId17"/>
    <p:sldId id="272" r:id="rId18"/>
    <p:sldId id="273" r:id="rId19"/>
    <p:sldId id="289" r:id="rId20"/>
    <p:sldId id="274" r:id="rId21"/>
    <p:sldId id="275" r:id="rId22"/>
    <p:sldId id="290" r:id="rId23"/>
    <p:sldId id="291" r:id="rId24"/>
    <p:sldId id="292" r:id="rId25"/>
    <p:sldId id="276" r:id="rId26"/>
    <p:sldId id="283" r:id="rId27"/>
    <p:sldId id="284" r:id="rId28"/>
    <p:sldId id="285" r:id="rId29"/>
    <p:sldId id="294" r:id="rId30"/>
    <p:sldId id="29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BOULET" userId="43a643d2-06a5-479e-886e-384f707cb631" providerId="ADAL" clId="{33037E5E-30BD-4896-BF99-3E21283C0043}"/>
    <pc:docChg chg="modSld">
      <pc:chgData name="Jacques BOULET" userId="43a643d2-06a5-479e-886e-384f707cb631" providerId="ADAL" clId="{33037E5E-30BD-4896-BF99-3E21283C0043}" dt="2024-10-21T14:25:22.094" v="40" actId="20577"/>
      <pc:docMkLst>
        <pc:docMk/>
      </pc:docMkLst>
      <pc:sldChg chg="modSp mod">
        <pc:chgData name="Jacques BOULET" userId="43a643d2-06a5-479e-886e-384f707cb631" providerId="ADAL" clId="{33037E5E-30BD-4896-BF99-3E21283C0043}" dt="2024-10-21T13:59:24.548" v="1" actId="20577"/>
        <pc:sldMkLst>
          <pc:docMk/>
          <pc:sldMk cId="2711284901" sldId="256"/>
        </pc:sldMkLst>
        <pc:spChg chg="mod">
          <ac:chgData name="Jacques BOULET" userId="43a643d2-06a5-479e-886e-384f707cb631" providerId="ADAL" clId="{33037E5E-30BD-4896-BF99-3E21283C0043}" dt="2024-10-21T13:59:24.548" v="1" actId="20577"/>
          <ac:spMkLst>
            <pc:docMk/>
            <pc:sldMk cId="2711284901" sldId="256"/>
            <ac:spMk id="2" creationId="{4711A32B-95EF-E14B-DEEF-8D6A6AA8DBE7}"/>
          </ac:spMkLst>
        </pc:spChg>
      </pc:sldChg>
      <pc:sldChg chg="modSp mod">
        <pc:chgData name="Jacques BOULET" userId="43a643d2-06a5-479e-886e-384f707cb631" providerId="ADAL" clId="{33037E5E-30BD-4896-BF99-3E21283C0043}" dt="2024-10-21T14:25:22.094" v="40" actId="20577"/>
        <pc:sldMkLst>
          <pc:docMk/>
          <pc:sldMk cId="3701747676" sldId="272"/>
        </pc:sldMkLst>
        <pc:spChg chg="mod">
          <ac:chgData name="Jacques BOULET" userId="43a643d2-06a5-479e-886e-384f707cb631" providerId="ADAL" clId="{33037E5E-30BD-4896-BF99-3E21283C0043}" dt="2024-10-21T14:25:22.094" v="40" actId="20577"/>
          <ac:spMkLst>
            <pc:docMk/>
            <pc:sldMk cId="3701747676" sldId="272"/>
            <ac:spMk id="3" creationId="{09A941BC-62A6-2492-562F-56926C21A516}"/>
          </ac:spMkLst>
        </pc:spChg>
      </pc:sldChg>
    </pc:docChg>
  </pc:docChgLst>
  <pc:docChgLst>
    <pc:chgData name="Jacques BOULET" userId="43a643d2-06a5-479e-886e-384f707cb631" providerId="ADAL" clId="{551FC59B-E03C-428D-9E6F-DBD43886C758}"/>
    <pc:docChg chg="custSel modSld">
      <pc:chgData name="Jacques BOULET" userId="43a643d2-06a5-479e-886e-384f707cb631" providerId="ADAL" clId="{551FC59B-E03C-428D-9E6F-DBD43886C758}" dt="2024-10-22T12:43:48.466" v="36" actId="20577"/>
      <pc:docMkLst>
        <pc:docMk/>
      </pc:docMkLst>
      <pc:sldChg chg="modSp mod">
        <pc:chgData name="Jacques BOULET" userId="43a643d2-06a5-479e-886e-384f707cb631" providerId="ADAL" clId="{551FC59B-E03C-428D-9E6F-DBD43886C758}" dt="2024-10-22T12:43:48.466" v="36" actId="20577"/>
        <pc:sldMkLst>
          <pc:docMk/>
          <pc:sldMk cId="620903741" sldId="273"/>
        </pc:sldMkLst>
        <pc:spChg chg="mod">
          <ac:chgData name="Jacques BOULET" userId="43a643d2-06a5-479e-886e-384f707cb631" providerId="ADAL" clId="{551FC59B-E03C-428D-9E6F-DBD43886C758}" dt="2024-10-22T12:43:48.466" v="36" actId="20577"/>
          <ac:spMkLst>
            <pc:docMk/>
            <pc:sldMk cId="620903741" sldId="273"/>
            <ac:spMk id="3" creationId="{09A941BC-62A6-2492-562F-56926C21A51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72F9D9-1220-4364-B0A6-E19A4196AB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CCE3E9-A1BC-4240-9F70-7CF4B8DB9584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Le but est d’expliquer, en profondeur, la position du philosophe étudié.</a:t>
          </a:r>
          <a:endParaRPr lang="en-US"/>
        </a:p>
      </dgm:t>
    </dgm:pt>
    <dgm:pt modelId="{74A03D27-AB4C-4AE0-8FCA-66D8CE6C828E}" type="parTrans" cxnId="{BCE70D19-AA34-4016-9AE8-807BC55682AF}">
      <dgm:prSet/>
      <dgm:spPr/>
      <dgm:t>
        <a:bodyPr/>
        <a:lstStyle/>
        <a:p>
          <a:endParaRPr lang="en-US"/>
        </a:p>
      </dgm:t>
    </dgm:pt>
    <dgm:pt modelId="{3BE18F56-1278-45FB-B084-1210CC9B72FD}" type="sibTrans" cxnId="{BCE70D19-AA34-4016-9AE8-807BC55682AF}">
      <dgm:prSet/>
      <dgm:spPr/>
      <dgm:t>
        <a:bodyPr/>
        <a:lstStyle/>
        <a:p>
          <a:endParaRPr lang="en-US"/>
        </a:p>
      </dgm:t>
    </dgm:pt>
    <dgm:pt modelId="{BF8207A8-1252-4161-937C-E39C57BE201A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Ce qui implique donc : une bonne étude préalable.</a:t>
          </a:r>
          <a:endParaRPr lang="en-US"/>
        </a:p>
      </dgm:t>
    </dgm:pt>
    <dgm:pt modelId="{A0619F5A-8B25-4B66-AF7F-38D1CDE97ABD}" type="parTrans" cxnId="{C846237A-90FE-469A-9915-CE1159E51584}">
      <dgm:prSet/>
      <dgm:spPr/>
      <dgm:t>
        <a:bodyPr/>
        <a:lstStyle/>
        <a:p>
          <a:endParaRPr lang="en-US"/>
        </a:p>
      </dgm:t>
    </dgm:pt>
    <dgm:pt modelId="{E42166AF-1003-464F-8580-332FA5DC47F0}" type="sibTrans" cxnId="{C846237A-90FE-469A-9915-CE1159E51584}">
      <dgm:prSet/>
      <dgm:spPr/>
      <dgm:t>
        <a:bodyPr/>
        <a:lstStyle/>
        <a:p>
          <a:endParaRPr lang="en-US"/>
        </a:p>
      </dgm:t>
    </dgm:pt>
    <dgm:pt modelId="{CD4F3100-149D-4CFC-9876-86CD017AE035}" type="pres">
      <dgm:prSet presAssocID="{FF72F9D9-1220-4364-B0A6-E19A4196AB68}" presName="root" presStyleCnt="0">
        <dgm:presLayoutVars>
          <dgm:dir/>
          <dgm:resizeHandles val="exact"/>
        </dgm:presLayoutVars>
      </dgm:prSet>
      <dgm:spPr/>
    </dgm:pt>
    <dgm:pt modelId="{D0D2D6B4-3853-43CD-9A97-A73869E0098C}" type="pres">
      <dgm:prSet presAssocID="{00CCE3E9-A1BC-4240-9F70-7CF4B8DB9584}" presName="compNode" presStyleCnt="0"/>
      <dgm:spPr/>
    </dgm:pt>
    <dgm:pt modelId="{6DE1F423-E208-4886-9D2F-EF82B49935EC}" type="pres">
      <dgm:prSet presAssocID="{00CCE3E9-A1BC-4240-9F70-7CF4B8DB9584}" presName="bgRect" presStyleLbl="bgShp" presStyleIdx="0" presStyleCnt="2"/>
      <dgm:spPr/>
    </dgm:pt>
    <dgm:pt modelId="{AEE5309C-300B-4FC1-854D-AB6076FC583C}" type="pres">
      <dgm:prSet presAssocID="{00CCE3E9-A1BC-4240-9F70-7CF4B8DB958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2D695FDE-8E4D-4908-94F1-55830F4275DA}" type="pres">
      <dgm:prSet presAssocID="{00CCE3E9-A1BC-4240-9F70-7CF4B8DB9584}" presName="spaceRect" presStyleCnt="0"/>
      <dgm:spPr/>
    </dgm:pt>
    <dgm:pt modelId="{FD97E765-66B0-4651-A4E9-554E9B9A82E1}" type="pres">
      <dgm:prSet presAssocID="{00CCE3E9-A1BC-4240-9F70-7CF4B8DB9584}" presName="parTx" presStyleLbl="revTx" presStyleIdx="0" presStyleCnt="2">
        <dgm:presLayoutVars>
          <dgm:chMax val="0"/>
          <dgm:chPref val="0"/>
        </dgm:presLayoutVars>
      </dgm:prSet>
      <dgm:spPr/>
    </dgm:pt>
    <dgm:pt modelId="{2E851C6C-FD87-4EB6-B9BA-31492E095F8C}" type="pres">
      <dgm:prSet presAssocID="{3BE18F56-1278-45FB-B084-1210CC9B72FD}" presName="sibTrans" presStyleCnt="0"/>
      <dgm:spPr/>
    </dgm:pt>
    <dgm:pt modelId="{63741D68-593F-4FA2-94D8-5E6E584ED27F}" type="pres">
      <dgm:prSet presAssocID="{BF8207A8-1252-4161-937C-E39C57BE201A}" presName="compNode" presStyleCnt="0"/>
      <dgm:spPr/>
    </dgm:pt>
    <dgm:pt modelId="{37B5D96D-208B-4A6A-BF95-C60494A5C342}" type="pres">
      <dgm:prSet presAssocID="{BF8207A8-1252-4161-937C-E39C57BE201A}" presName="bgRect" presStyleLbl="bgShp" presStyleIdx="1" presStyleCnt="2"/>
      <dgm:spPr/>
    </dgm:pt>
    <dgm:pt modelId="{58C62F96-7375-46EA-BABF-548397035D98}" type="pres">
      <dgm:prSet presAssocID="{BF8207A8-1252-4161-937C-E39C57BE201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2E1F659-7BE2-4505-82AE-E1660794AE86}" type="pres">
      <dgm:prSet presAssocID="{BF8207A8-1252-4161-937C-E39C57BE201A}" presName="spaceRect" presStyleCnt="0"/>
      <dgm:spPr/>
    </dgm:pt>
    <dgm:pt modelId="{CD69E7FE-8629-49B4-A93B-BD87AB456EE9}" type="pres">
      <dgm:prSet presAssocID="{BF8207A8-1252-4161-937C-E39C57BE201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CE70D19-AA34-4016-9AE8-807BC55682AF}" srcId="{FF72F9D9-1220-4364-B0A6-E19A4196AB68}" destId="{00CCE3E9-A1BC-4240-9F70-7CF4B8DB9584}" srcOrd="0" destOrd="0" parTransId="{74A03D27-AB4C-4AE0-8FCA-66D8CE6C828E}" sibTransId="{3BE18F56-1278-45FB-B084-1210CC9B72FD}"/>
    <dgm:cxn modelId="{DDDFC41F-D0F1-4BD8-8FA3-BA2B7CF13771}" type="presOf" srcId="{00CCE3E9-A1BC-4240-9F70-7CF4B8DB9584}" destId="{FD97E765-66B0-4651-A4E9-554E9B9A82E1}" srcOrd="0" destOrd="0" presId="urn:microsoft.com/office/officeart/2018/2/layout/IconVerticalSolidList"/>
    <dgm:cxn modelId="{C846237A-90FE-469A-9915-CE1159E51584}" srcId="{FF72F9D9-1220-4364-B0A6-E19A4196AB68}" destId="{BF8207A8-1252-4161-937C-E39C57BE201A}" srcOrd="1" destOrd="0" parTransId="{A0619F5A-8B25-4B66-AF7F-38D1CDE97ABD}" sibTransId="{E42166AF-1003-464F-8580-332FA5DC47F0}"/>
    <dgm:cxn modelId="{14725A8E-D9AD-463B-B1E5-5B2278928171}" type="presOf" srcId="{FF72F9D9-1220-4364-B0A6-E19A4196AB68}" destId="{CD4F3100-149D-4CFC-9876-86CD017AE035}" srcOrd="0" destOrd="0" presId="urn:microsoft.com/office/officeart/2018/2/layout/IconVerticalSolidList"/>
    <dgm:cxn modelId="{E22B29AC-A708-4668-A771-18AEFD90D74B}" type="presOf" srcId="{BF8207A8-1252-4161-937C-E39C57BE201A}" destId="{CD69E7FE-8629-49B4-A93B-BD87AB456EE9}" srcOrd="0" destOrd="0" presId="urn:microsoft.com/office/officeart/2018/2/layout/IconVerticalSolidList"/>
    <dgm:cxn modelId="{0BEBB3ED-310C-4990-9A68-5D073954AA9C}" type="presParOf" srcId="{CD4F3100-149D-4CFC-9876-86CD017AE035}" destId="{D0D2D6B4-3853-43CD-9A97-A73869E0098C}" srcOrd="0" destOrd="0" presId="urn:microsoft.com/office/officeart/2018/2/layout/IconVerticalSolidList"/>
    <dgm:cxn modelId="{B5CEDB18-C8B4-416A-803B-3D21D93899F4}" type="presParOf" srcId="{D0D2D6B4-3853-43CD-9A97-A73869E0098C}" destId="{6DE1F423-E208-4886-9D2F-EF82B49935EC}" srcOrd="0" destOrd="0" presId="urn:microsoft.com/office/officeart/2018/2/layout/IconVerticalSolidList"/>
    <dgm:cxn modelId="{DF3F7D94-FD49-4D66-A469-F58D16A881A0}" type="presParOf" srcId="{D0D2D6B4-3853-43CD-9A97-A73869E0098C}" destId="{AEE5309C-300B-4FC1-854D-AB6076FC583C}" srcOrd="1" destOrd="0" presId="urn:microsoft.com/office/officeart/2018/2/layout/IconVerticalSolidList"/>
    <dgm:cxn modelId="{1B27F534-5F5A-4E6F-BB08-13CEC9B6DE04}" type="presParOf" srcId="{D0D2D6B4-3853-43CD-9A97-A73869E0098C}" destId="{2D695FDE-8E4D-4908-94F1-55830F4275DA}" srcOrd="2" destOrd="0" presId="urn:microsoft.com/office/officeart/2018/2/layout/IconVerticalSolidList"/>
    <dgm:cxn modelId="{1C51BDBA-1FE8-415D-9ED3-2B0E47ECC940}" type="presParOf" srcId="{D0D2D6B4-3853-43CD-9A97-A73869E0098C}" destId="{FD97E765-66B0-4651-A4E9-554E9B9A82E1}" srcOrd="3" destOrd="0" presId="urn:microsoft.com/office/officeart/2018/2/layout/IconVerticalSolidList"/>
    <dgm:cxn modelId="{1849F6CE-B31E-487A-8044-30AD009176D3}" type="presParOf" srcId="{CD4F3100-149D-4CFC-9876-86CD017AE035}" destId="{2E851C6C-FD87-4EB6-B9BA-31492E095F8C}" srcOrd="1" destOrd="0" presId="urn:microsoft.com/office/officeart/2018/2/layout/IconVerticalSolidList"/>
    <dgm:cxn modelId="{1D1645C1-15F6-41BE-BDEE-4CE64C85189D}" type="presParOf" srcId="{CD4F3100-149D-4CFC-9876-86CD017AE035}" destId="{63741D68-593F-4FA2-94D8-5E6E584ED27F}" srcOrd="2" destOrd="0" presId="urn:microsoft.com/office/officeart/2018/2/layout/IconVerticalSolidList"/>
    <dgm:cxn modelId="{DF9B7B3A-543A-4861-8DC5-07B639219118}" type="presParOf" srcId="{63741D68-593F-4FA2-94D8-5E6E584ED27F}" destId="{37B5D96D-208B-4A6A-BF95-C60494A5C342}" srcOrd="0" destOrd="0" presId="urn:microsoft.com/office/officeart/2018/2/layout/IconVerticalSolidList"/>
    <dgm:cxn modelId="{1EC92BD5-5D71-45F2-909D-EEC077351259}" type="presParOf" srcId="{63741D68-593F-4FA2-94D8-5E6E584ED27F}" destId="{58C62F96-7375-46EA-BABF-548397035D98}" srcOrd="1" destOrd="0" presId="urn:microsoft.com/office/officeart/2018/2/layout/IconVerticalSolidList"/>
    <dgm:cxn modelId="{33C4EF95-87AE-4CFF-AB86-B8CCC752160F}" type="presParOf" srcId="{63741D68-593F-4FA2-94D8-5E6E584ED27F}" destId="{62E1F659-7BE2-4505-82AE-E1660794AE86}" srcOrd="2" destOrd="0" presId="urn:microsoft.com/office/officeart/2018/2/layout/IconVerticalSolidList"/>
    <dgm:cxn modelId="{7C9E5FFD-173F-4752-BC11-7981D575E938}" type="presParOf" srcId="{63741D68-593F-4FA2-94D8-5E6E584ED27F}" destId="{CD69E7FE-8629-49B4-A93B-BD87AB456E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0C818D-85BA-4642-BC26-84B527DC6D5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626031E-457D-45F5-B501-E612E5BEBB83}">
      <dgm:prSet custT="1"/>
      <dgm:spPr/>
      <dgm:t>
        <a:bodyPr/>
        <a:lstStyle/>
        <a:p>
          <a:pPr>
            <a:spcAft>
              <a:spcPts val="0"/>
            </a:spcAft>
          </a:pPr>
          <a:r>
            <a:rPr lang="fr-CA" sz="2000" dirty="0">
              <a:solidFill>
                <a:srgbClr val="FF0000"/>
              </a:solidFill>
            </a:rPr>
            <a:t>Pas d’introduction </a:t>
          </a:r>
        </a:p>
        <a:p>
          <a:pPr>
            <a:spcAft>
              <a:spcPts val="0"/>
            </a:spcAft>
          </a:pPr>
          <a:r>
            <a:rPr lang="fr-CA" sz="2000" dirty="0">
              <a:solidFill>
                <a:srgbClr val="FF0000"/>
              </a:solidFill>
            </a:rPr>
            <a:t>(Examen final).</a:t>
          </a:r>
          <a:endParaRPr lang="en-US" sz="2000" dirty="0">
            <a:solidFill>
              <a:srgbClr val="FF0000"/>
            </a:solidFill>
          </a:endParaRPr>
        </a:p>
      </dgm:t>
    </dgm:pt>
    <dgm:pt modelId="{4D6DE4B3-724D-4807-88F1-3B3953EF2A08}" type="parTrans" cxnId="{94C93F86-6E86-421B-871E-4C6ED43D0717}">
      <dgm:prSet/>
      <dgm:spPr/>
      <dgm:t>
        <a:bodyPr/>
        <a:lstStyle/>
        <a:p>
          <a:endParaRPr lang="en-US"/>
        </a:p>
      </dgm:t>
    </dgm:pt>
    <dgm:pt modelId="{98DC32CF-C047-49F4-9F62-405FFC171C30}" type="sibTrans" cxnId="{94C93F86-6E86-421B-871E-4C6ED43D0717}">
      <dgm:prSet/>
      <dgm:spPr/>
      <dgm:t>
        <a:bodyPr/>
        <a:lstStyle/>
        <a:p>
          <a:endParaRPr lang="en-US"/>
        </a:p>
      </dgm:t>
    </dgm:pt>
    <dgm:pt modelId="{88B381E7-ED35-4562-AE2E-1B8E612B36BD}">
      <dgm:prSet custT="1"/>
      <dgm:spPr/>
      <dgm:t>
        <a:bodyPr/>
        <a:lstStyle/>
        <a:p>
          <a:r>
            <a:rPr lang="fr-CA" sz="2000" dirty="0"/>
            <a:t>Écrire un développement sur la position de Platon.</a:t>
          </a:r>
          <a:endParaRPr lang="en-US" sz="2000" dirty="0"/>
        </a:p>
      </dgm:t>
    </dgm:pt>
    <dgm:pt modelId="{EFCFD0B6-6A39-4810-A051-0805B5760198}" type="parTrans" cxnId="{D93E0DDF-4065-44A6-990F-3F946A7209CB}">
      <dgm:prSet/>
      <dgm:spPr/>
      <dgm:t>
        <a:bodyPr/>
        <a:lstStyle/>
        <a:p>
          <a:endParaRPr lang="en-US"/>
        </a:p>
      </dgm:t>
    </dgm:pt>
    <dgm:pt modelId="{872687F7-9116-4289-989D-5ADA23CD4888}" type="sibTrans" cxnId="{D93E0DDF-4065-44A6-990F-3F946A7209CB}">
      <dgm:prSet/>
      <dgm:spPr/>
      <dgm:t>
        <a:bodyPr/>
        <a:lstStyle/>
        <a:p>
          <a:endParaRPr lang="en-US"/>
        </a:p>
      </dgm:t>
    </dgm:pt>
    <dgm:pt modelId="{E164B1FE-68E6-49E9-8903-B24AB2CE0375}">
      <dgm:prSet/>
      <dgm:spPr/>
      <dgm:t>
        <a:bodyPr/>
        <a:lstStyle/>
        <a:p>
          <a:r>
            <a:rPr lang="fr-CA" dirty="0">
              <a:solidFill>
                <a:srgbClr val="FF0000"/>
              </a:solidFill>
            </a:rPr>
            <a:t>(Il n’y a pas, cette fois, de paragraphe sur votre position personnelle)</a:t>
          </a:r>
          <a:endParaRPr lang="en-US" dirty="0">
            <a:solidFill>
              <a:srgbClr val="FF0000"/>
            </a:solidFill>
          </a:endParaRPr>
        </a:p>
      </dgm:t>
    </dgm:pt>
    <dgm:pt modelId="{0F97FDFC-58EB-4B35-8906-8365E41576B3}" type="parTrans" cxnId="{35D18007-10A6-4516-8A7B-CA7A09296C28}">
      <dgm:prSet/>
      <dgm:spPr/>
      <dgm:t>
        <a:bodyPr/>
        <a:lstStyle/>
        <a:p>
          <a:endParaRPr lang="en-US"/>
        </a:p>
      </dgm:t>
    </dgm:pt>
    <dgm:pt modelId="{B696B526-BBA9-4D8D-96BD-84A196445C72}" type="sibTrans" cxnId="{35D18007-10A6-4516-8A7B-CA7A09296C28}">
      <dgm:prSet/>
      <dgm:spPr/>
      <dgm:t>
        <a:bodyPr/>
        <a:lstStyle/>
        <a:p>
          <a:endParaRPr lang="en-US"/>
        </a:p>
      </dgm:t>
    </dgm:pt>
    <dgm:pt modelId="{E7B448DA-0CD5-42C2-9DFA-177C2A12EB70}" type="pres">
      <dgm:prSet presAssocID="{480C818D-85BA-4642-BC26-84B527DC6D56}" presName="root" presStyleCnt="0">
        <dgm:presLayoutVars>
          <dgm:dir/>
          <dgm:resizeHandles val="exact"/>
        </dgm:presLayoutVars>
      </dgm:prSet>
      <dgm:spPr/>
    </dgm:pt>
    <dgm:pt modelId="{BFDB465C-6FF3-42C6-B993-D960531CCE30}" type="pres">
      <dgm:prSet presAssocID="{2626031E-457D-45F5-B501-E612E5BEBB83}" presName="compNode" presStyleCnt="0"/>
      <dgm:spPr/>
    </dgm:pt>
    <dgm:pt modelId="{D5173FB4-8687-4D40-AF34-441E428F99CB}" type="pres">
      <dgm:prSet presAssocID="{2626031E-457D-45F5-B501-E612E5BEBB8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chemeClr val="accent1"/>
          </a:solidFill>
        </a:ln>
      </dgm:spPr>
      <dgm:extLst>
        <a:ext uri="{E40237B7-FDA0-4F09-8148-C483321AD2D9}">
          <dgm14:cNvPr xmlns:dgm14="http://schemas.microsoft.com/office/drawing/2010/diagram" id="0" name="" descr="Crayon"/>
        </a:ext>
      </dgm:extLst>
    </dgm:pt>
    <dgm:pt modelId="{0DEB8AF1-4431-414A-926F-DA6FE0D9F849}" type="pres">
      <dgm:prSet presAssocID="{2626031E-457D-45F5-B501-E612E5BEBB83}" presName="spaceRect" presStyleCnt="0"/>
      <dgm:spPr/>
    </dgm:pt>
    <dgm:pt modelId="{79738460-5640-44CC-A62D-1524CDE7E6F9}" type="pres">
      <dgm:prSet presAssocID="{2626031E-457D-45F5-B501-E612E5BEBB83}" presName="textRect" presStyleLbl="revTx" presStyleIdx="0" presStyleCnt="3">
        <dgm:presLayoutVars>
          <dgm:chMax val="1"/>
          <dgm:chPref val="1"/>
        </dgm:presLayoutVars>
      </dgm:prSet>
      <dgm:spPr/>
    </dgm:pt>
    <dgm:pt modelId="{C8F403A6-87CC-40AA-9FD4-EC7C06AAE4B9}" type="pres">
      <dgm:prSet presAssocID="{98DC32CF-C047-49F4-9F62-405FFC171C30}" presName="sibTrans" presStyleCnt="0"/>
      <dgm:spPr/>
    </dgm:pt>
    <dgm:pt modelId="{A021412E-278E-44CF-B1F8-F3969B5B03E0}" type="pres">
      <dgm:prSet presAssocID="{88B381E7-ED35-4562-AE2E-1B8E612B36BD}" presName="compNode" presStyleCnt="0"/>
      <dgm:spPr/>
    </dgm:pt>
    <dgm:pt modelId="{4FCC0AAE-94C9-47F4-843D-718AAA0315BE}" type="pres">
      <dgm:prSet presAssocID="{88B381E7-ED35-4562-AE2E-1B8E612B36B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E23CDD4A-E941-47EF-86E5-BF43479AF0D4}" type="pres">
      <dgm:prSet presAssocID="{88B381E7-ED35-4562-AE2E-1B8E612B36BD}" presName="spaceRect" presStyleCnt="0"/>
      <dgm:spPr/>
    </dgm:pt>
    <dgm:pt modelId="{6C928B93-1F8F-4665-AD2D-9BA60E8F213A}" type="pres">
      <dgm:prSet presAssocID="{88B381E7-ED35-4562-AE2E-1B8E612B36BD}" presName="textRect" presStyleLbl="revTx" presStyleIdx="1" presStyleCnt="3">
        <dgm:presLayoutVars>
          <dgm:chMax val="1"/>
          <dgm:chPref val="1"/>
        </dgm:presLayoutVars>
      </dgm:prSet>
      <dgm:spPr/>
    </dgm:pt>
    <dgm:pt modelId="{5E99A9C6-16E1-47DB-B629-58D5AAA43E50}" type="pres">
      <dgm:prSet presAssocID="{872687F7-9116-4289-989D-5ADA23CD4888}" presName="sibTrans" presStyleCnt="0"/>
      <dgm:spPr/>
    </dgm:pt>
    <dgm:pt modelId="{A43656D6-828C-4391-9724-85B3F70320BF}" type="pres">
      <dgm:prSet presAssocID="{E164B1FE-68E6-49E9-8903-B24AB2CE0375}" presName="compNode" presStyleCnt="0"/>
      <dgm:spPr/>
    </dgm:pt>
    <dgm:pt modelId="{4022FAE6-37F6-4939-96CC-5C41256549A2}" type="pres">
      <dgm:prSet presAssocID="{E164B1FE-68E6-49E9-8903-B24AB2CE037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solidFill>
            <a:srgbClr val="FF0000"/>
          </a:solidFill>
        </a:ln>
      </dgm:spPr>
      <dgm:extLst>
        <a:ext uri="{E40237B7-FDA0-4F09-8148-C483321AD2D9}">
          <dgm14:cNvPr xmlns:dgm14="http://schemas.microsoft.com/office/drawing/2010/diagram" id="0" name="" descr="Citations"/>
        </a:ext>
      </dgm:extLst>
    </dgm:pt>
    <dgm:pt modelId="{31EE8FE1-FFF5-4A0B-A977-5CB4B670FA78}" type="pres">
      <dgm:prSet presAssocID="{E164B1FE-68E6-49E9-8903-B24AB2CE0375}" presName="spaceRect" presStyleCnt="0"/>
      <dgm:spPr/>
    </dgm:pt>
    <dgm:pt modelId="{65E9DB69-7DA7-4A74-8CED-FB9F4627D638}" type="pres">
      <dgm:prSet presAssocID="{E164B1FE-68E6-49E9-8903-B24AB2CE037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D18007-10A6-4516-8A7B-CA7A09296C28}" srcId="{480C818D-85BA-4642-BC26-84B527DC6D56}" destId="{E164B1FE-68E6-49E9-8903-B24AB2CE0375}" srcOrd="2" destOrd="0" parTransId="{0F97FDFC-58EB-4B35-8906-8365E41576B3}" sibTransId="{B696B526-BBA9-4D8D-96BD-84A196445C72}"/>
    <dgm:cxn modelId="{AA8A1480-BE19-4D6C-8637-8BB53133496C}" type="presOf" srcId="{E164B1FE-68E6-49E9-8903-B24AB2CE0375}" destId="{65E9DB69-7DA7-4A74-8CED-FB9F4627D638}" srcOrd="0" destOrd="0" presId="urn:microsoft.com/office/officeart/2018/2/layout/IconLabelList"/>
    <dgm:cxn modelId="{94C93F86-6E86-421B-871E-4C6ED43D0717}" srcId="{480C818D-85BA-4642-BC26-84B527DC6D56}" destId="{2626031E-457D-45F5-B501-E612E5BEBB83}" srcOrd="0" destOrd="0" parTransId="{4D6DE4B3-724D-4807-88F1-3B3953EF2A08}" sibTransId="{98DC32CF-C047-49F4-9F62-405FFC171C30}"/>
    <dgm:cxn modelId="{2070FB9F-AA71-41CB-BE58-BF194EF762FA}" type="presOf" srcId="{2626031E-457D-45F5-B501-E612E5BEBB83}" destId="{79738460-5640-44CC-A62D-1524CDE7E6F9}" srcOrd="0" destOrd="0" presId="urn:microsoft.com/office/officeart/2018/2/layout/IconLabelList"/>
    <dgm:cxn modelId="{D93E0DDF-4065-44A6-990F-3F946A7209CB}" srcId="{480C818D-85BA-4642-BC26-84B527DC6D56}" destId="{88B381E7-ED35-4562-AE2E-1B8E612B36BD}" srcOrd="1" destOrd="0" parTransId="{EFCFD0B6-6A39-4810-A051-0805B5760198}" sibTransId="{872687F7-9116-4289-989D-5ADA23CD4888}"/>
    <dgm:cxn modelId="{13483AE6-0E6F-44EE-B6DF-60F662F53B8E}" type="presOf" srcId="{480C818D-85BA-4642-BC26-84B527DC6D56}" destId="{E7B448DA-0CD5-42C2-9DFA-177C2A12EB70}" srcOrd="0" destOrd="0" presId="urn:microsoft.com/office/officeart/2018/2/layout/IconLabelList"/>
    <dgm:cxn modelId="{A1EDF9F4-55A0-48BD-9737-73879DFC5C12}" type="presOf" srcId="{88B381E7-ED35-4562-AE2E-1B8E612B36BD}" destId="{6C928B93-1F8F-4665-AD2D-9BA60E8F213A}" srcOrd="0" destOrd="0" presId="urn:microsoft.com/office/officeart/2018/2/layout/IconLabelList"/>
    <dgm:cxn modelId="{B727C0F4-333E-4841-81E9-35014676CC69}" type="presParOf" srcId="{E7B448DA-0CD5-42C2-9DFA-177C2A12EB70}" destId="{BFDB465C-6FF3-42C6-B993-D960531CCE30}" srcOrd="0" destOrd="0" presId="urn:microsoft.com/office/officeart/2018/2/layout/IconLabelList"/>
    <dgm:cxn modelId="{73AC12E3-DF9C-49F9-9CD3-1984818AEDA6}" type="presParOf" srcId="{BFDB465C-6FF3-42C6-B993-D960531CCE30}" destId="{D5173FB4-8687-4D40-AF34-441E428F99CB}" srcOrd="0" destOrd="0" presId="urn:microsoft.com/office/officeart/2018/2/layout/IconLabelList"/>
    <dgm:cxn modelId="{F4E146C3-BDB6-487E-80AD-A9DA1264C373}" type="presParOf" srcId="{BFDB465C-6FF3-42C6-B993-D960531CCE30}" destId="{0DEB8AF1-4431-414A-926F-DA6FE0D9F849}" srcOrd="1" destOrd="0" presId="urn:microsoft.com/office/officeart/2018/2/layout/IconLabelList"/>
    <dgm:cxn modelId="{B24C3875-9375-4BF7-B150-152EB3E69B78}" type="presParOf" srcId="{BFDB465C-6FF3-42C6-B993-D960531CCE30}" destId="{79738460-5640-44CC-A62D-1524CDE7E6F9}" srcOrd="2" destOrd="0" presId="urn:microsoft.com/office/officeart/2018/2/layout/IconLabelList"/>
    <dgm:cxn modelId="{B37E54D1-DB7E-4678-BCC0-DBB83B0979EF}" type="presParOf" srcId="{E7B448DA-0CD5-42C2-9DFA-177C2A12EB70}" destId="{C8F403A6-87CC-40AA-9FD4-EC7C06AAE4B9}" srcOrd="1" destOrd="0" presId="urn:microsoft.com/office/officeart/2018/2/layout/IconLabelList"/>
    <dgm:cxn modelId="{7FFB274F-2123-4A7D-BC58-DC123277CCD0}" type="presParOf" srcId="{E7B448DA-0CD5-42C2-9DFA-177C2A12EB70}" destId="{A021412E-278E-44CF-B1F8-F3969B5B03E0}" srcOrd="2" destOrd="0" presId="urn:microsoft.com/office/officeart/2018/2/layout/IconLabelList"/>
    <dgm:cxn modelId="{1067FEAF-1CBD-4C18-A07B-01A5A7CED643}" type="presParOf" srcId="{A021412E-278E-44CF-B1F8-F3969B5B03E0}" destId="{4FCC0AAE-94C9-47F4-843D-718AAA0315BE}" srcOrd="0" destOrd="0" presId="urn:microsoft.com/office/officeart/2018/2/layout/IconLabelList"/>
    <dgm:cxn modelId="{C3B304E5-08AC-496B-85C0-B1F52B189D5D}" type="presParOf" srcId="{A021412E-278E-44CF-B1F8-F3969B5B03E0}" destId="{E23CDD4A-E941-47EF-86E5-BF43479AF0D4}" srcOrd="1" destOrd="0" presId="urn:microsoft.com/office/officeart/2018/2/layout/IconLabelList"/>
    <dgm:cxn modelId="{0D4095DC-1649-4805-9478-E1D899895DAE}" type="presParOf" srcId="{A021412E-278E-44CF-B1F8-F3969B5B03E0}" destId="{6C928B93-1F8F-4665-AD2D-9BA60E8F213A}" srcOrd="2" destOrd="0" presId="urn:microsoft.com/office/officeart/2018/2/layout/IconLabelList"/>
    <dgm:cxn modelId="{24EB7675-3B9C-440B-819A-F21BA0C0CDF4}" type="presParOf" srcId="{E7B448DA-0CD5-42C2-9DFA-177C2A12EB70}" destId="{5E99A9C6-16E1-47DB-B629-58D5AAA43E50}" srcOrd="3" destOrd="0" presId="urn:microsoft.com/office/officeart/2018/2/layout/IconLabelList"/>
    <dgm:cxn modelId="{D1597790-C189-40A4-83F2-8A5DF6CBC8FE}" type="presParOf" srcId="{E7B448DA-0CD5-42C2-9DFA-177C2A12EB70}" destId="{A43656D6-828C-4391-9724-85B3F70320BF}" srcOrd="4" destOrd="0" presId="urn:microsoft.com/office/officeart/2018/2/layout/IconLabelList"/>
    <dgm:cxn modelId="{4D4D40FE-722D-4F6B-A217-E05106D07CA3}" type="presParOf" srcId="{A43656D6-828C-4391-9724-85B3F70320BF}" destId="{4022FAE6-37F6-4939-96CC-5C41256549A2}" srcOrd="0" destOrd="0" presId="urn:microsoft.com/office/officeart/2018/2/layout/IconLabelList"/>
    <dgm:cxn modelId="{2F59D45F-D897-4A6A-A26D-076D9952ACF4}" type="presParOf" srcId="{A43656D6-828C-4391-9724-85B3F70320BF}" destId="{31EE8FE1-FFF5-4A0B-A977-5CB4B670FA78}" srcOrd="1" destOrd="0" presId="urn:microsoft.com/office/officeart/2018/2/layout/IconLabelList"/>
    <dgm:cxn modelId="{D6BDCD9C-BB92-4952-BDAC-BDB424B739C1}" type="presParOf" srcId="{A43656D6-828C-4391-9724-85B3F70320BF}" destId="{65E9DB69-7DA7-4A74-8CED-FB9F4627D6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009418-9A61-4CDB-AC40-ABE7C28260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A537C3-D032-4B9F-9F83-B92AF3655139}">
      <dgm:prSet/>
      <dgm:spPr/>
      <dgm:t>
        <a:bodyPr/>
        <a:lstStyle/>
        <a:p>
          <a:r>
            <a:rPr lang="fr-CA" dirty="0"/>
            <a:t>1. La thèse du philosophe.</a:t>
          </a:r>
          <a:endParaRPr lang="en-US" dirty="0"/>
        </a:p>
      </dgm:t>
    </dgm:pt>
    <dgm:pt modelId="{504D9D8C-B664-45AC-A4D3-21752D561AAA}" type="parTrans" cxnId="{DE1372B3-F7C9-4DCA-ABDE-199DE44C5166}">
      <dgm:prSet/>
      <dgm:spPr/>
      <dgm:t>
        <a:bodyPr/>
        <a:lstStyle/>
        <a:p>
          <a:endParaRPr lang="en-US"/>
        </a:p>
      </dgm:t>
    </dgm:pt>
    <dgm:pt modelId="{4DDA3C4C-5E6C-4C31-A2A5-ACCB7440E635}" type="sibTrans" cxnId="{DE1372B3-F7C9-4DCA-ABDE-199DE44C5166}">
      <dgm:prSet/>
      <dgm:spPr/>
      <dgm:t>
        <a:bodyPr/>
        <a:lstStyle/>
        <a:p>
          <a:endParaRPr lang="en-US"/>
        </a:p>
      </dgm:t>
    </dgm:pt>
    <dgm:pt modelId="{B4424F02-F52B-4D7C-A08C-083342BF02C8}">
      <dgm:prSet/>
      <dgm:spPr/>
      <dgm:t>
        <a:bodyPr/>
        <a:lstStyle/>
        <a:p>
          <a:r>
            <a:rPr lang="fr-CA" dirty="0"/>
            <a:t>2. Une explication approfondie de sa position.</a:t>
          </a:r>
          <a:endParaRPr lang="en-US" dirty="0"/>
        </a:p>
      </dgm:t>
    </dgm:pt>
    <dgm:pt modelId="{B88C5D85-FCCD-4DA3-9194-8D02615413DE}" type="parTrans" cxnId="{493B2E90-A2A6-4B65-A410-ABE0196E7C79}">
      <dgm:prSet/>
      <dgm:spPr/>
      <dgm:t>
        <a:bodyPr/>
        <a:lstStyle/>
        <a:p>
          <a:endParaRPr lang="en-US"/>
        </a:p>
      </dgm:t>
    </dgm:pt>
    <dgm:pt modelId="{C414B686-C5DC-40DE-8450-8151ECE6290B}" type="sibTrans" cxnId="{493B2E90-A2A6-4B65-A410-ABE0196E7C79}">
      <dgm:prSet/>
      <dgm:spPr/>
      <dgm:t>
        <a:bodyPr/>
        <a:lstStyle/>
        <a:p>
          <a:endParaRPr lang="en-US"/>
        </a:p>
      </dgm:t>
    </dgm:pt>
    <dgm:pt modelId="{04789A0F-B470-48E7-849C-A5262EB0397E}">
      <dgm:prSet/>
      <dgm:spPr/>
      <dgm:t>
        <a:bodyPr/>
        <a:lstStyle/>
        <a:p>
          <a:r>
            <a:rPr lang="fr-CA" dirty="0"/>
            <a:t>3. Une illustration de ses idées.</a:t>
          </a:r>
          <a:endParaRPr lang="en-US" dirty="0"/>
        </a:p>
      </dgm:t>
    </dgm:pt>
    <dgm:pt modelId="{44B8AE43-1EA0-44BF-A06E-652215335E30}" type="parTrans" cxnId="{94BE0825-BFCE-4988-9A92-2722080DA090}">
      <dgm:prSet/>
      <dgm:spPr/>
      <dgm:t>
        <a:bodyPr/>
        <a:lstStyle/>
        <a:p>
          <a:endParaRPr lang="en-US"/>
        </a:p>
      </dgm:t>
    </dgm:pt>
    <dgm:pt modelId="{7981FB1A-82B8-4266-AAF7-DFF085E11696}" type="sibTrans" cxnId="{94BE0825-BFCE-4988-9A92-2722080DA090}">
      <dgm:prSet/>
      <dgm:spPr/>
      <dgm:t>
        <a:bodyPr/>
        <a:lstStyle/>
        <a:p>
          <a:endParaRPr lang="en-US"/>
        </a:p>
      </dgm:t>
    </dgm:pt>
    <dgm:pt modelId="{41FA9B54-E9CB-4AEA-A749-8E46A861AAE9}" type="pres">
      <dgm:prSet presAssocID="{3F009418-9A61-4CDB-AC40-ABE7C28260C9}" presName="linear" presStyleCnt="0">
        <dgm:presLayoutVars>
          <dgm:animLvl val="lvl"/>
          <dgm:resizeHandles val="exact"/>
        </dgm:presLayoutVars>
      </dgm:prSet>
      <dgm:spPr/>
    </dgm:pt>
    <dgm:pt modelId="{352FDF32-72F4-40D4-AF6C-8434802099D9}" type="pres">
      <dgm:prSet presAssocID="{64A537C3-D032-4B9F-9F83-B92AF36551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20D78F-1444-4DDF-AD77-6BA92A4AB71A}" type="pres">
      <dgm:prSet presAssocID="{4DDA3C4C-5E6C-4C31-A2A5-ACCB7440E635}" presName="spacer" presStyleCnt="0"/>
      <dgm:spPr/>
    </dgm:pt>
    <dgm:pt modelId="{758DF700-101B-49BE-9A4E-EF989B148BE5}" type="pres">
      <dgm:prSet presAssocID="{B4424F02-F52B-4D7C-A08C-083342BF02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CADB0D-B6A7-48A1-88FE-622937FDA326}" type="pres">
      <dgm:prSet presAssocID="{C414B686-C5DC-40DE-8450-8151ECE6290B}" presName="spacer" presStyleCnt="0"/>
      <dgm:spPr/>
    </dgm:pt>
    <dgm:pt modelId="{5501E183-62A1-46CA-BDBA-D0E7C5140A1B}" type="pres">
      <dgm:prSet presAssocID="{04789A0F-B470-48E7-849C-A5262EB0397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4BE0825-BFCE-4988-9A92-2722080DA090}" srcId="{3F009418-9A61-4CDB-AC40-ABE7C28260C9}" destId="{04789A0F-B470-48E7-849C-A5262EB0397E}" srcOrd="2" destOrd="0" parTransId="{44B8AE43-1EA0-44BF-A06E-652215335E30}" sibTransId="{7981FB1A-82B8-4266-AAF7-DFF085E11696}"/>
    <dgm:cxn modelId="{493B2E90-A2A6-4B65-A410-ABE0196E7C79}" srcId="{3F009418-9A61-4CDB-AC40-ABE7C28260C9}" destId="{B4424F02-F52B-4D7C-A08C-083342BF02C8}" srcOrd="1" destOrd="0" parTransId="{B88C5D85-FCCD-4DA3-9194-8D02615413DE}" sibTransId="{C414B686-C5DC-40DE-8450-8151ECE6290B}"/>
    <dgm:cxn modelId="{278DBDA8-D4FF-4D24-9997-8B2DA76240E8}" type="presOf" srcId="{B4424F02-F52B-4D7C-A08C-083342BF02C8}" destId="{758DF700-101B-49BE-9A4E-EF989B148BE5}" srcOrd="0" destOrd="0" presId="urn:microsoft.com/office/officeart/2005/8/layout/vList2"/>
    <dgm:cxn modelId="{DE1372B3-F7C9-4DCA-ABDE-199DE44C5166}" srcId="{3F009418-9A61-4CDB-AC40-ABE7C28260C9}" destId="{64A537C3-D032-4B9F-9F83-B92AF3655139}" srcOrd="0" destOrd="0" parTransId="{504D9D8C-B664-45AC-A4D3-21752D561AAA}" sibTransId="{4DDA3C4C-5E6C-4C31-A2A5-ACCB7440E635}"/>
    <dgm:cxn modelId="{A053FDDF-1FA8-4F81-B0FB-54637163F7A1}" type="presOf" srcId="{3F009418-9A61-4CDB-AC40-ABE7C28260C9}" destId="{41FA9B54-E9CB-4AEA-A749-8E46A861AAE9}" srcOrd="0" destOrd="0" presId="urn:microsoft.com/office/officeart/2005/8/layout/vList2"/>
    <dgm:cxn modelId="{5E6DCBE1-8B90-4AE1-82A2-8F8C1E2422FC}" type="presOf" srcId="{64A537C3-D032-4B9F-9F83-B92AF3655139}" destId="{352FDF32-72F4-40D4-AF6C-8434802099D9}" srcOrd="0" destOrd="0" presId="urn:microsoft.com/office/officeart/2005/8/layout/vList2"/>
    <dgm:cxn modelId="{DBE417FA-9E6D-44D3-B891-DF789BA26E72}" type="presOf" srcId="{04789A0F-B470-48E7-849C-A5262EB0397E}" destId="{5501E183-62A1-46CA-BDBA-D0E7C5140A1B}" srcOrd="0" destOrd="0" presId="urn:microsoft.com/office/officeart/2005/8/layout/vList2"/>
    <dgm:cxn modelId="{234FF866-92C0-4C64-9DA4-4B4D3869B5CC}" type="presParOf" srcId="{41FA9B54-E9CB-4AEA-A749-8E46A861AAE9}" destId="{352FDF32-72F4-40D4-AF6C-8434802099D9}" srcOrd="0" destOrd="0" presId="urn:microsoft.com/office/officeart/2005/8/layout/vList2"/>
    <dgm:cxn modelId="{ADFCA648-9920-4290-8E6C-3139D55B9B87}" type="presParOf" srcId="{41FA9B54-E9CB-4AEA-A749-8E46A861AAE9}" destId="{D320D78F-1444-4DDF-AD77-6BA92A4AB71A}" srcOrd="1" destOrd="0" presId="urn:microsoft.com/office/officeart/2005/8/layout/vList2"/>
    <dgm:cxn modelId="{879EA56E-E664-4B69-940B-F5E0E72DB476}" type="presParOf" srcId="{41FA9B54-E9CB-4AEA-A749-8E46A861AAE9}" destId="{758DF700-101B-49BE-9A4E-EF989B148BE5}" srcOrd="2" destOrd="0" presId="urn:microsoft.com/office/officeart/2005/8/layout/vList2"/>
    <dgm:cxn modelId="{8CA3EB48-E92D-4436-8DE3-122EC7E9CA12}" type="presParOf" srcId="{41FA9B54-E9CB-4AEA-A749-8E46A861AAE9}" destId="{1BCADB0D-B6A7-48A1-88FE-622937FDA326}" srcOrd="3" destOrd="0" presId="urn:microsoft.com/office/officeart/2005/8/layout/vList2"/>
    <dgm:cxn modelId="{6C3FE739-B8FC-41C2-80B7-C68045B5A98C}" type="presParOf" srcId="{41FA9B54-E9CB-4AEA-A749-8E46A861AAE9}" destId="{5501E183-62A1-46CA-BDBA-D0E7C5140A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155A9C-253F-48EF-AE33-7E5D66FDA59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635D33-2FAF-49E6-88F0-8B92AB4F2C45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Thèse de Platon + définition des concepts.</a:t>
          </a:r>
          <a:endParaRPr lang="en-US" dirty="0"/>
        </a:p>
      </dgm:t>
    </dgm:pt>
    <dgm:pt modelId="{4612C5DB-39A5-4C6D-952D-3B1302431891}" type="parTrans" cxnId="{E16E82C9-1A43-4C28-9B1F-0C84D744B424}">
      <dgm:prSet/>
      <dgm:spPr/>
      <dgm:t>
        <a:bodyPr/>
        <a:lstStyle/>
        <a:p>
          <a:endParaRPr lang="en-US"/>
        </a:p>
      </dgm:t>
    </dgm:pt>
    <dgm:pt modelId="{AB9D3A9E-21AF-4582-86B9-883A77F16426}" type="sibTrans" cxnId="{E16E82C9-1A43-4C28-9B1F-0C84D744B424}">
      <dgm:prSet/>
      <dgm:spPr/>
      <dgm:t>
        <a:bodyPr/>
        <a:lstStyle/>
        <a:p>
          <a:endParaRPr lang="en-US"/>
        </a:p>
      </dgm:t>
    </dgm:pt>
    <dgm:pt modelId="{552CEB4C-FA9F-42BD-8D50-AFA81DAE9092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En effet + explication.</a:t>
          </a:r>
          <a:endParaRPr lang="en-US"/>
        </a:p>
      </dgm:t>
    </dgm:pt>
    <dgm:pt modelId="{5B950224-1742-4E66-AA33-B6E7B24563BD}" type="parTrans" cxnId="{39B8C918-8582-454B-B61D-4C8C85634916}">
      <dgm:prSet/>
      <dgm:spPr/>
      <dgm:t>
        <a:bodyPr/>
        <a:lstStyle/>
        <a:p>
          <a:endParaRPr lang="en-US"/>
        </a:p>
      </dgm:t>
    </dgm:pt>
    <dgm:pt modelId="{E26C6BDD-EF9F-420C-B333-DE478D2710F0}" type="sibTrans" cxnId="{39B8C918-8582-454B-B61D-4C8C85634916}">
      <dgm:prSet/>
      <dgm:spPr/>
      <dgm:t>
        <a:bodyPr/>
        <a:lstStyle/>
        <a:p>
          <a:endParaRPr lang="en-US"/>
        </a:p>
      </dgm:t>
    </dgm:pt>
    <dgm:pt modelId="{5C05E01E-FE28-4E35-84AB-A4794FD04A30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Dans le texte X de Platon + illustration.</a:t>
          </a:r>
          <a:endParaRPr lang="en-US" dirty="0"/>
        </a:p>
      </dgm:t>
    </dgm:pt>
    <dgm:pt modelId="{ADD41670-7DF1-4E1E-A861-B600FBAED7ED}" type="parTrans" cxnId="{642F8765-AAC9-4C96-9D1F-60CD74BF9B6B}">
      <dgm:prSet/>
      <dgm:spPr/>
      <dgm:t>
        <a:bodyPr/>
        <a:lstStyle/>
        <a:p>
          <a:endParaRPr lang="en-US"/>
        </a:p>
      </dgm:t>
    </dgm:pt>
    <dgm:pt modelId="{C6354D00-055E-4B04-B774-CA279CDD67F7}" type="sibTrans" cxnId="{642F8765-AAC9-4C96-9D1F-60CD74BF9B6B}">
      <dgm:prSet/>
      <dgm:spPr/>
      <dgm:t>
        <a:bodyPr/>
        <a:lstStyle/>
        <a:p>
          <a:endParaRPr lang="en-US"/>
        </a:p>
      </dgm:t>
    </dgm:pt>
    <dgm:pt modelId="{6EF09B16-47DC-4B1A-A348-7ABC0A461579}" type="pres">
      <dgm:prSet presAssocID="{E7155A9C-253F-48EF-AE33-7E5D66FDA599}" presName="root" presStyleCnt="0">
        <dgm:presLayoutVars>
          <dgm:dir/>
          <dgm:resizeHandles val="exact"/>
        </dgm:presLayoutVars>
      </dgm:prSet>
      <dgm:spPr/>
    </dgm:pt>
    <dgm:pt modelId="{23FD9121-76F3-4756-8A73-3B904A72AE6D}" type="pres">
      <dgm:prSet presAssocID="{BA635D33-2FAF-49E6-88F0-8B92AB4F2C45}" presName="compNode" presStyleCnt="0"/>
      <dgm:spPr/>
    </dgm:pt>
    <dgm:pt modelId="{D4B0805B-861E-4DA9-B6E1-BCD7AF973A63}" type="pres">
      <dgm:prSet presAssocID="{BA635D33-2FAF-49E6-88F0-8B92AB4F2C45}" presName="bgRect" presStyleLbl="bgShp" presStyleIdx="0" presStyleCnt="3"/>
      <dgm:spPr/>
    </dgm:pt>
    <dgm:pt modelId="{2E2ABD07-8805-4F43-9225-2B1155BBB2CC}" type="pres">
      <dgm:prSet presAssocID="{BA635D33-2FAF-49E6-88F0-8B92AB4F2C4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ibunal avec un remplissage uni"/>
        </a:ext>
      </dgm:extLst>
    </dgm:pt>
    <dgm:pt modelId="{52E8A197-FF6D-4706-9E63-AF898B3D18EC}" type="pres">
      <dgm:prSet presAssocID="{BA635D33-2FAF-49E6-88F0-8B92AB4F2C45}" presName="spaceRect" presStyleCnt="0"/>
      <dgm:spPr/>
    </dgm:pt>
    <dgm:pt modelId="{AA8CBDD4-6C86-4CB5-A9D4-7DA95A93230D}" type="pres">
      <dgm:prSet presAssocID="{BA635D33-2FAF-49E6-88F0-8B92AB4F2C45}" presName="parTx" presStyleLbl="revTx" presStyleIdx="0" presStyleCnt="3">
        <dgm:presLayoutVars>
          <dgm:chMax val="0"/>
          <dgm:chPref val="0"/>
        </dgm:presLayoutVars>
      </dgm:prSet>
      <dgm:spPr/>
    </dgm:pt>
    <dgm:pt modelId="{73C41CDD-E502-4C29-8202-BBEDF175C220}" type="pres">
      <dgm:prSet presAssocID="{AB9D3A9E-21AF-4582-86B9-883A77F16426}" presName="sibTrans" presStyleCnt="0"/>
      <dgm:spPr/>
    </dgm:pt>
    <dgm:pt modelId="{784FD239-3A0F-4A0E-9448-E8EFF643B0A0}" type="pres">
      <dgm:prSet presAssocID="{552CEB4C-FA9F-42BD-8D50-AFA81DAE9092}" presName="compNode" presStyleCnt="0"/>
      <dgm:spPr/>
    </dgm:pt>
    <dgm:pt modelId="{716F9891-DF48-4794-BBB0-6D887F679A0B}" type="pres">
      <dgm:prSet presAssocID="{552CEB4C-FA9F-42BD-8D50-AFA81DAE9092}" presName="bgRect" presStyleLbl="bgShp" presStyleIdx="1" presStyleCnt="3"/>
      <dgm:spPr/>
    </dgm:pt>
    <dgm:pt modelId="{23CED768-D44E-4114-A373-4B515B7F24AE}" type="pres">
      <dgm:prSet presAssocID="{552CEB4C-FA9F-42BD-8D50-AFA81DAE909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e avec un remplissage uni"/>
        </a:ext>
      </dgm:extLst>
    </dgm:pt>
    <dgm:pt modelId="{02A69556-6E4C-48D8-89F3-26742777B00C}" type="pres">
      <dgm:prSet presAssocID="{552CEB4C-FA9F-42BD-8D50-AFA81DAE9092}" presName="spaceRect" presStyleCnt="0"/>
      <dgm:spPr/>
    </dgm:pt>
    <dgm:pt modelId="{9585DE15-CE32-4274-A349-64F04D8B0104}" type="pres">
      <dgm:prSet presAssocID="{552CEB4C-FA9F-42BD-8D50-AFA81DAE9092}" presName="parTx" presStyleLbl="revTx" presStyleIdx="1" presStyleCnt="3">
        <dgm:presLayoutVars>
          <dgm:chMax val="0"/>
          <dgm:chPref val="0"/>
        </dgm:presLayoutVars>
      </dgm:prSet>
      <dgm:spPr/>
    </dgm:pt>
    <dgm:pt modelId="{6D5DB9BB-126A-422F-ABF9-4A4D2F68F01F}" type="pres">
      <dgm:prSet presAssocID="{E26C6BDD-EF9F-420C-B333-DE478D2710F0}" presName="sibTrans" presStyleCnt="0"/>
      <dgm:spPr/>
    </dgm:pt>
    <dgm:pt modelId="{60538DA7-6D1D-46C7-A54A-E7A544609BF9}" type="pres">
      <dgm:prSet presAssocID="{5C05E01E-FE28-4E35-84AB-A4794FD04A30}" presName="compNode" presStyleCnt="0"/>
      <dgm:spPr/>
    </dgm:pt>
    <dgm:pt modelId="{1C917557-13F6-4F5D-BF36-9303385872B7}" type="pres">
      <dgm:prSet presAssocID="{5C05E01E-FE28-4E35-84AB-A4794FD04A30}" presName="bgRect" presStyleLbl="bgShp" presStyleIdx="2" presStyleCnt="3"/>
      <dgm:spPr/>
    </dgm:pt>
    <dgm:pt modelId="{45F91332-6698-4750-9A0A-4ED556B481F7}" type="pres">
      <dgm:prSet presAssocID="{5C05E01E-FE28-4E35-84AB-A4794FD04A3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s avec un remplissage uni"/>
        </a:ext>
      </dgm:extLst>
    </dgm:pt>
    <dgm:pt modelId="{3BB68926-CC09-45D6-A8CD-AE262E5C4506}" type="pres">
      <dgm:prSet presAssocID="{5C05E01E-FE28-4E35-84AB-A4794FD04A30}" presName="spaceRect" presStyleCnt="0"/>
      <dgm:spPr/>
    </dgm:pt>
    <dgm:pt modelId="{6CF351E1-62FF-4542-B501-CABE611C5653}" type="pres">
      <dgm:prSet presAssocID="{5C05E01E-FE28-4E35-84AB-A4794FD04A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B8C918-8582-454B-B61D-4C8C85634916}" srcId="{E7155A9C-253F-48EF-AE33-7E5D66FDA599}" destId="{552CEB4C-FA9F-42BD-8D50-AFA81DAE9092}" srcOrd="1" destOrd="0" parTransId="{5B950224-1742-4E66-AA33-B6E7B24563BD}" sibTransId="{E26C6BDD-EF9F-420C-B333-DE478D2710F0}"/>
    <dgm:cxn modelId="{7C350E2D-D85C-468C-BC14-F2BB36E3487D}" type="presOf" srcId="{E7155A9C-253F-48EF-AE33-7E5D66FDA599}" destId="{6EF09B16-47DC-4B1A-A348-7ABC0A461579}" srcOrd="0" destOrd="0" presId="urn:microsoft.com/office/officeart/2018/2/layout/IconVerticalSolidList"/>
    <dgm:cxn modelId="{642F8765-AAC9-4C96-9D1F-60CD74BF9B6B}" srcId="{E7155A9C-253F-48EF-AE33-7E5D66FDA599}" destId="{5C05E01E-FE28-4E35-84AB-A4794FD04A30}" srcOrd="2" destOrd="0" parTransId="{ADD41670-7DF1-4E1E-A861-B600FBAED7ED}" sibTransId="{C6354D00-055E-4B04-B774-CA279CDD67F7}"/>
    <dgm:cxn modelId="{79D389A4-A755-49E9-AAEE-323D9F6E71D0}" type="presOf" srcId="{5C05E01E-FE28-4E35-84AB-A4794FD04A30}" destId="{6CF351E1-62FF-4542-B501-CABE611C5653}" srcOrd="0" destOrd="0" presId="urn:microsoft.com/office/officeart/2018/2/layout/IconVerticalSolidList"/>
    <dgm:cxn modelId="{2CD0F7AA-54C5-44BF-8F07-997DA6AEA66C}" type="presOf" srcId="{BA635D33-2FAF-49E6-88F0-8B92AB4F2C45}" destId="{AA8CBDD4-6C86-4CB5-A9D4-7DA95A93230D}" srcOrd="0" destOrd="0" presId="urn:microsoft.com/office/officeart/2018/2/layout/IconVerticalSolidList"/>
    <dgm:cxn modelId="{E16E82C9-1A43-4C28-9B1F-0C84D744B424}" srcId="{E7155A9C-253F-48EF-AE33-7E5D66FDA599}" destId="{BA635D33-2FAF-49E6-88F0-8B92AB4F2C45}" srcOrd="0" destOrd="0" parTransId="{4612C5DB-39A5-4C6D-952D-3B1302431891}" sibTransId="{AB9D3A9E-21AF-4582-86B9-883A77F16426}"/>
    <dgm:cxn modelId="{82496BCA-EBB7-4951-B64F-5B3877E721B2}" type="presOf" srcId="{552CEB4C-FA9F-42BD-8D50-AFA81DAE9092}" destId="{9585DE15-CE32-4274-A349-64F04D8B0104}" srcOrd="0" destOrd="0" presId="urn:microsoft.com/office/officeart/2018/2/layout/IconVerticalSolidList"/>
    <dgm:cxn modelId="{5446F33D-A4DE-4866-97E7-B0C3AE44B7D3}" type="presParOf" srcId="{6EF09B16-47DC-4B1A-A348-7ABC0A461579}" destId="{23FD9121-76F3-4756-8A73-3B904A72AE6D}" srcOrd="0" destOrd="0" presId="urn:microsoft.com/office/officeart/2018/2/layout/IconVerticalSolidList"/>
    <dgm:cxn modelId="{6128750D-B0E9-4D60-A556-6EA21D4B7645}" type="presParOf" srcId="{23FD9121-76F3-4756-8A73-3B904A72AE6D}" destId="{D4B0805B-861E-4DA9-B6E1-BCD7AF973A63}" srcOrd="0" destOrd="0" presId="urn:microsoft.com/office/officeart/2018/2/layout/IconVerticalSolidList"/>
    <dgm:cxn modelId="{2A5AAC3E-479E-4C15-A6E6-690929634B1B}" type="presParOf" srcId="{23FD9121-76F3-4756-8A73-3B904A72AE6D}" destId="{2E2ABD07-8805-4F43-9225-2B1155BBB2CC}" srcOrd="1" destOrd="0" presId="urn:microsoft.com/office/officeart/2018/2/layout/IconVerticalSolidList"/>
    <dgm:cxn modelId="{340C02D1-16D6-449C-9828-A3178D0FD2F5}" type="presParOf" srcId="{23FD9121-76F3-4756-8A73-3B904A72AE6D}" destId="{52E8A197-FF6D-4706-9E63-AF898B3D18EC}" srcOrd="2" destOrd="0" presId="urn:microsoft.com/office/officeart/2018/2/layout/IconVerticalSolidList"/>
    <dgm:cxn modelId="{CD8CFD40-BFC8-437D-AD76-E1D9E972ACE2}" type="presParOf" srcId="{23FD9121-76F3-4756-8A73-3B904A72AE6D}" destId="{AA8CBDD4-6C86-4CB5-A9D4-7DA95A93230D}" srcOrd="3" destOrd="0" presId="urn:microsoft.com/office/officeart/2018/2/layout/IconVerticalSolidList"/>
    <dgm:cxn modelId="{39E39E7E-7B0B-4967-A0B6-265A694B6226}" type="presParOf" srcId="{6EF09B16-47DC-4B1A-A348-7ABC0A461579}" destId="{73C41CDD-E502-4C29-8202-BBEDF175C220}" srcOrd="1" destOrd="0" presId="urn:microsoft.com/office/officeart/2018/2/layout/IconVerticalSolidList"/>
    <dgm:cxn modelId="{1B01741B-5BEE-478D-AD6D-DAA4B08AF28D}" type="presParOf" srcId="{6EF09B16-47DC-4B1A-A348-7ABC0A461579}" destId="{784FD239-3A0F-4A0E-9448-E8EFF643B0A0}" srcOrd="2" destOrd="0" presId="urn:microsoft.com/office/officeart/2018/2/layout/IconVerticalSolidList"/>
    <dgm:cxn modelId="{D2803F7C-6F93-4575-87E1-5783223DAA4F}" type="presParOf" srcId="{784FD239-3A0F-4A0E-9448-E8EFF643B0A0}" destId="{716F9891-DF48-4794-BBB0-6D887F679A0B}" srcOrd="0" destOrd="0" presId="urn:microsoft.com/office/officeart/2018/2/layout/IconVerticalSolidList"/>
    <dgm:cxn modelId="{6F3FAB28-91DD-4CF0-AF30-3F36AEECDD06}" type="presParOf" srcId="{784FD239-3A0F-4A0E-9448-E8EFF643B0A0}" destId="{23CED768-D44E-4114-A373-4B515B7F24AE}" srcOrd="1" destOrd="0" presId="urn:microsoft.com/office/officeart/2018/2/layout/IconVerticalSolidList"/>
    <dgm:cxn modelId="{B76679CD-269B-4CF4-A2AF-07CD71073FD0}" type="presParOf" srcId="{784FD239-3A0F-4A0E-9448-E8EFF643B0A0}" destId="{02A69556-6E4C-48D8-89F3-26742777B00C}" srcOrd="2" destOrd="0" presId="urn:microsoft.com/office/officeart/2018/2/layout/IconVerticalSolidList"/>
    <dgm:cxn modelId="{D46D4A9A-CBE3-446D-A095-2AE828858741}" type="presParOf" srcId="{784FD239-3A0F-4A0E-9448-E8EFF643B0A0}" destId="{9585DE15-CE32-4274-A349-64F04D8B0104}" srcOrd="3" destOrd="0" presId="urn:microsoft.com/office/officeart/2018/2/layout/IconVerticalSolidList"/>
    <dgm:cxn modelId="{A004D204-BE4E-4766-AFE9-F6EF7342B328}" type="presParOf" srcId="{6EF09B16-47DC-4B1A-A348-7ABC0A461579}" destId="{6D5DB9BB-126A-422F-ABF9-4A4D2F68F01F}" srcOrd="3" destOrd="0" presId="urn:microsoft.com/office/officeart/2018/2/layout/IconVerticalSolidList"/>
    <dgm:cxn modelId="{914594DD-FACB-4099-B5FA-8D94EC298C5D}" type="presParOf" srcId="{6EF09B16-47DC-4B1A-A348-7ABC0A461579}" destId="{60538DA7-6D1D-46C7-A54A-E7A544609BF9}" srcOrd="4" destOrd="0" presId="urn:microsoft.com/office/officeart/2018/2/layout/IconVerticalSolidList"/>
    <dgm:cxn modelId="{62E8B16A-3C48-416E-B95D-273A4730ED1A}" type="presParOf" srcId="{60538DA7-6D1D-46C7-A54A-E7A544609BF9}" destId="{1C917557-13F6-4F5D-BF36-9303385872B7}" srcOrd="0" destOrd="0" presId="urn:microsoft.com/office/officeart/2018/2/layout/IconVerticalSolidList"/>
    <dgm:cxn modelId="{485E36B4-3E7D-48DE-AB4C-A40395EB80E2}" type="presParOf" srcId="{60538DA7-6D1D-46C7-A54A-E7A544609BF9}" destId="{45F91332-6698-4750-9A0A-4ED556B481F7}" srcOrd="1" destOrd="0" presId="urn:microsoft.com/office/officeart/2018/2/layout/IconVerticalSolidList"/>
    <dgm:cxn modelId="{DAE1DAC1-A6FC-486B-B381-6D508CD84557}" type="presParOf" srcId="{60538DA7-6D1D-46C7-A54A-E7A544609BF9}" destId="{3BB68926-CC09-45D6-A8CD-AE262E5C4506}" srcOrd="2" destOrd="0" presId="urn:microsoft.com/office/officeart/2018/2/layout/IconVerticalSolidList"/>
    <dgm:cxn modelId="{44C38472-82D2-4686-B06D-CD3C06B8BD98}" type="presParOf" srcId="{60538DA7-6D1D-46C7-A54A-E7A544609BF9}" destId="{6CF351E1-62FF-4542-B501-CABE611C56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B7E27B-ECB5-4DAA-96C5-A65A7D0FC0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E545C5-EC38-4D64-98FC-A8A0C5873BDB}">
      <dgm:prSet/>
      <dgm:spPr/>
      <dgm:t>
        <a:bodyPr/>
        <a:lstStyle/>
        <a:p>
          <a:r>
            <a:rPr lang="fr-CA" dirty="0"/>
            <a:t>L’amour ***</a:t>
          </a:r>
          <a:endParaRPr lang="en-US" dirty="0"/>
        </a:p>
      </dgm:t>
    </dgm:pt>
    <dgm:pt modelId="{69AB6262-48F3-45BA-9F25-E4D8E96A622E}" type="parTrans" cxnId="{9DA95B1F-3B92-4188-AA44-14039D70835B}">
      <dgm:prSet/>
      <dgm:spPr/>
      <dgm:t>
        <a:bodyPr/>
        <a:lstStyle/>
        <a:p>
          <a:endParaRPr lang="en-US"/>
        </a:p>
      </dgm:t>
    </dgm:pt>
    <dgm:pt modelId="{CDB64F16-AA41-422E-8621-3F01398EA0DE}" type="sibTrans" cxnId="{9DA95B1F-3B92-4188-AA44-14039D70835B}">
      <dgm:prSet/>
      <dgm:spPr/>
      <dgm:t>
        <a:bodyPr/>
        <a:lstStyle/>
        <a:p>
          <a:endParaRPr lang="en-US"/>
        </a:p>
      </dgm:t>
    </dgm:pt>
    <dgm:pt modelId="{2FA8B6AF-00AC-4421-901E-139159804165}">
      <dgm:prSet/>
      <dgm:spPr/>
      <dgm:t>
        <a:bodyPr/>
        <a:lstStyle/>
        <a:p>
          <a:r>
            <a:rPr lang="fr-CA"/>
            <a:t>Le bonheur</a:t>
          </a:r>
          <a:endParaRPr lang="en-US"/>
        </a:p>
      </dgm:t>
    </dgm:pt>
    <dgm:pt modelId="{32AA3854-6B71-4049-B987-D97093B42DC4}" type="parTrans" cxnId="{0E9EC64B-F2C6-4077-8AA4-7225E072AA5D}">
      <dgm:prSet/>
      <dgm:spPr/>
      <dgm:t>
        <a:bodyPr/>
        <a:lstStyle/>
        <a:p>
          <a:endParaRPr lang="en-US"/>
        </a:p>
      </dgm:t>
    </dgm:pt>
    <dgm:pt modelId="{2C4CC1B0-08AF-4CB3-9D97-9FE703B50747}" type="sibTrans" cxnId="{0E9EC64B-F2C6-4077-8AA4-7225E072AA5D}">
      <dgm:prSet/>
      <dgm:spPr/>
      <dgm:t>
        <a:bodyPr/>
        <a:lstStyle/>
        <a:p>
          <a:endParaRPr lang="en-US"/>
        </a:p>
      </dgm:t>
    </dgm:pt>
    <dgm:pt modelId="{98B44A9A-8355-4297-B86B-A2BA7C426A4B}">
      <dgm:prSet/>
      <dgm:spPr/>
      <dgm:t>
        <a:bodyPr/>
        <a:lstStyle/>
        <a:p>
          <a:r>
            <a:rPr lang="fr-CA"/>
            <a:t>Le manque</a:t>
          </a:r>
          <a:endParaRPr lang="en-US"/>
        </a:p>
      </dgm:t>
    </dgm:pt>
    <dgm:pt modelId="{AD82FC37-EAC7-4B67-9F22-149CE89C8406}" type="parTrans" cxnId="{94D5AD2F-A752-43F2-9F3A-D5A695BFB113}">
      <dgm:prSet/>
      <dgm:spPr/>
      <dgm:t>
        <a:bodyPr/>
        <a:lstStyle/>
        <a:p>
          <a:endParaRPr lang="en-US"/>
        </a:p>
      </dgm:t>
    </dgm:pt>
    <dgm:pt modelId="{A330262C-DF51-46E9-B2CF-70734A71D06D}" type="sibTrans" cxnId="{94D5AD2F-A752-43F2-9F3A-D5A695BFB113}">
      <dgm:prSet/>
      <dgm:spPr/>
      <dgm:t>
        <a:bodyPr/>
        <a:lstStyle/>
        <a:p>
          <a:endParaRPr lang="en-US"/>
        </a:p>
      </dgm:t>
    </dgm:pt>
    <dgm:pt modelId="{8BE7FF08-E233-4FBE-AD3C-AB611267B8D1}">
      <dgm:prSet/>
      <dgm:spPr/>
      <dgm:t>
        <a:bodyPr/>
        <a:lstStyle/>
        <a:p>
          <a:r>
            <a:rPr lang="fr-CA"/>
            <a:t>L’abondance</a:t>
          </a:r>
          <a:endParaRPr lang="en-US"/>
        </a:p>
      </dgm:t>
    </dgm:pt>
    <dgm:pt modelId="{21883F56-1773-4FB3-80E4-CDF52B13EDFD}" type="parTrans" cxnId="{18EAA3C0-659F-4D69-AC40-FC6D302045B4}">
      <dgm:prSet/>
      <dgm:spPr/>
      <dgm:t>
        <a:bodyPr/>
        <a:lstStyle/>
        <a:p>
          <a:endParaRPr lang="en-US"/>
        </a:p>
      </dgm:t>
    </dgm:pt>
    <dgm:pt modelId="{80D3B3EA-2269-469F-905D-6335A3D60BC3}" type="sibTrans" cxnId="{18EAA3C0-659F-4D69-AC40-FC6D302045B4}">
      <dgm:prSet/>
      <dgm:spPr/>
      <dgm:t>
        <a:bodyPr/>
        <a:lstStyle/>
        <a:p>
          <a:endParaRPr lang="en-US"/>
        </a:p>
      </dgm:t>
    </dgm:pt>
    <dgm:pt modelId="{BECE902C-C6E8-4D19-B1C6-8159CF6FEBD9}">
      <dgm:prSet/>
      <dgm:spPr/>
      <dgm:t>
        <a:bodyPr/>
        <a:lstStyle/>
        <a:p>
          <a:r>
            <a:rPr lang="fr-CA"/>
            <a:t>L’immortalité</a:t>
          </a:r>
          <a:endParaRPr lang="en-US"/>
        </a:p>
      </dgm:t>
    </dgm:pt>
    <dgm:pt modelId="{E0AC2311-879D-4DAC-BD5B-0857B1A1A686}" type="parTrans" cxnId="{42941D69-25C7-4712-9987-E5AD11198AF0}">
      <dgm:prSet/>
      <dgm:spPr/>
      <dgm:t>
        <a:bodyPr/>
        <a:lstStyle/>
        <a:p>
          <a:endParaRPr lang="en-US"/>
        </a:p>
      </dgm:t>
    </dgm:pt>
    <dgm:pt modelId="{104BFE6B-DB6D-4369-958A-630A2CD89FC5}" type="sibTrans" cxnId="{42941D69-25C7-4712-9987-E5AD11198AF0}">
      <dgm:prSet/>
      <dgm:spPr/>
      <dgm:t>
        <a:bodyPr/>
        <a:lstStyle/>
        <a:p>
          <a:endParaRPr lang="en-US"/>
        </a:p>
      </dgm:t>
    </dgm:pt>
    <dgm:pt modelId="{01E35C2C-04DD-4140-AF6D-BB6F96B5BB9F}">
      <dgm:prSet/>
      <dgm:spPr/>
      <dgm:t>
        <a:bodyPr/>
        <a:lstStyle/>
        <a:p>
          <a:r>
            <a:rPr lang="fr-CA" dirty="0"/>
            <a:t>L’amour de soi / de l’autre</a:t>
          </a:r>
          <a:endParaRPr lang="en-US" dirty="0"/>
        </a:p>
      </dgm:t>
    </dgm:pt>
    <dgm:pt modelId="{B1BCBEAA-1E08-4835-A10A-76012CE0A8C2}" type="parTrans" cxnId="{AA5781CC-3A6D-471E-9C56-F814A29F030A}">
      <dgm:prSet/>
      <dgm:spPr/>
      <dgm:t>
        <a:bodyPr/>
        <a:lstStyle/>
        <a:p>
          <a:endParaRPr lang="en-US"/>
        </a:p>
      </dgm:t>
    </dgm:pt>
    <dgm:pt modelId="{7B78EBE3-6F6A-47AD-8DCB-205FC20E8EFA}" type="sibTrans" cxnId="{AA5781CC-3A6D-471E-9C56-F814A29F030A}">
      <dgm:prSet/>
      <dgm:spPr/>
      <dgm:t>
        <a:bodyPr/>
        <a:lstStyle/>
        <a:p>
          <a:endParaRPr lang="en-US"/>
        </a:p>
      </dgm:t>
    </dgm:pt>
    <dgm:pt modelId="{0378AD8D-3090-4D08-BB8D-F28F215384A9}" type="pres">
      <dgm:prSet presAssocID="{21B7E27B-ECB5-4DAA-96C5-A65A7D0FC004}" presName="linear" presStyleCnt="0">
        <dgm:presLayoutVars>
          <dgm:animLvl val="lvl"/>
          <dgm:resizeHandles val="exact"/>
        </dgm:presLayoutVars>
      </dgm:prSet>
      <dgm:spPr/>
    </dgm:pt>
    <dgm:pt modelId="{5C49F061-D83F-42FE-878B-18FA4D14594B}" type="pres">
      <dgm:prSet presAssocID="{EEE545C5-EC38-4D64-98FC-A8A0C5873BD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A67C115-3932-4B04-B8F4-234ABA85890F}" type="pres">
      <dgm:prSet presAssocID="{CDB64F16-AA41-422E-8621-3F01398EA0DE}" presName="spacer" presStyleCnt="0"/>
      <dgm:spPr/>
    </dgm:pt>
    <dgm:pt modelId="{E697D259-BF3B-4111-8FB9-BC4E3521C2F2}" type="pres">
      <dgm:prSet presAssocID="{2FA8B6AF-00AC-4421-901E-13915980416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21E0FAD-A411-47AD-88B6-74B5F01AD5E5}" type="pres">
      <dgm:prSet presAssocID="{2C4CC1B0-08AF-4CB3-9D97-9FE703B50747}" presName="spacer" presStyleCnt="0"/>
      <dgm:spPr/>
    </dgm:pt>
    <dgm:pt modelId="{7461E865-A1CF-42E3-A5F9-77E8FA94A994}" type="pres">
      <dgm:prSet presAssocID="{98B44A9A-8355-4297-B86B-A2BA7C426A4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6512FE6-7F3E-4B6A-B016-559975FC3256}" type="pres">
      <dgm:prSet presAssocID="{A330262C-DF51-46E9-B2CF-70734A71D06D}" presName="spacer" presStyleCnt="0"/>
      <dgm:spPr/>
    </dgm:pt>
    <dgm:pt modelId="{C96E4874-96F0-46A1-8464-7C095D23E12F}" type="pres">
      <dgm:prSet presAssocID="{8BE7FF08-E233-4FBE-AD3C-AB611267B8D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5D3C194-7B5C-459B-A434-3BAB39ACAC40}" type="pres">
      <dgm:prSet presAssocID="{80D3B3EA-2269-469F-905D-6335A3D60BC3}" presName="spacer" presStyleCnt="0"/>
      <dgm:spPr/>
    </dgm:pt>
    <dgm:pt modelId="{FC78C413-B930-4D1C-8503-F779BA6A89AF}" type="pres">
      <dgm:prSet presAssocID="{BECE902C-C6E8-4D19-B1C6-8159CF6FEBD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972E8A3-8A02-45E7-9278-AC43A71E6BFB}" type="pres">
      <dgm:prSet presAssocID="{104BFE6B-DB6D-4369-958A-630A2CD89FC5}" presName="spacer" presStyleCnt="0"/>
      <dgm:spPr/>
    </dgm:pt>
    <dgm:pt modelId="{DF9C798E-2C32-4764-AC36-F4D8056009DA}" type="pres">
      <dgm:prSet presAssocID="{01E35C2C-04DD-4140-AF6D-BB6F96B5BB9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DA95B1F-3B92-4188-AA44-14039D70835B}" srcId="{21B7E27B-ECB5-4DAA-96C5-A65A7D0FC004}" destId="{EEE545C5-EC38-4D64-98FC-A8A0C5873BDB}" srcOrd="0" destOrd="0" parTransId="{69AB6262-48F3-45BA-9F25-E4D8E96A622E}" sibTransId="{CDB64F16-AA41-422E-8621-3F01398EA0DE}"/>
    <dgm:cxn modelId="{B25CBD2B-A96A-4965-8AFD-999A18BF1B7E}" type="presOf" srcId="{EEE545C5-EC38-4D64-98FC-A8A0C5873BDB}" destId="{5C49F061-D83F-42FE-878B-18FA4D14594B}" srcOrd="0" destOrd="0" presId="urn:microsoft.com/office/officeart/2005/8/layout/vList2"/>
    <dgm:cxn modelId="{94D5AD2F-A752-43F2-9F3A-D5A695BFB113}" srcId="{21B7E27B-ECB5-4DAA-96C5-A65A7D0FC004}" destId="{98B44A9A-8355-4297-B86B-A2BA7C426A4B}" srcOrd="2" destOrd="0" parTransId="{AD82FC37-EAC7-4B67-9F22-149CE89C8406}" sibTransId="{A330262C-DF51-46E9-B2CF-70734A71D06D}"/>
    <dgm:cxn modelId="{0E9EC64B-F2C6-4077-8AA4-7225E072AA5D}" srcId="{21B7E27B-ECB5-4DAA-96C5-A65A7D0FC004}" destId="{2FA8B6AF-00AC-4421-901E-139159804165}" srcOrd="1" destOrd="0" parTransId="{32AA3854-6B71-4049-B987-D97093B42DC4}" sibTransId="{2C4CC1B0-08AF-4CB3-9D97-9FE703B50747}"/>
    <dgm:cxn modelId="{21B26353-F1C9-477C-96D5-FFC9BC044C67}" type="presOf" srcId="{BECE902C-C6E8-4D19-B1C6-8159CF6FEBD9}" destId="{FC78C413-B930-4D1C-8503-F779BA6A89AF}" srcOrd="0" destOrd="0" presId="urn:microsoft.com/office/officeart/2005/8/layout/vList2"/>
    <dgm:cxn modelId="{42941D69-25C7-4712-9987-E5AD11198AF0}" srcId="{21B7E27B-ECB5-4DAA-96C5-A65A7D0FC004}" destId="{BECE902C-C6E8-4D19-B1C6-8159CF6FEBD9}" srcOrd="4" destOrd="0" parTransId="{E0AC2311-879D-4DAC-BD5B-0857B1A1A686}" sibTransId="{104BFE6B-DB6D-4369-958A-630A2CD89FC5}"/>
    <dgm:cxn modelId="{85EA3C75-4B90-4E5B-9521-EC0438D4E74E}" type="presOf" srcId="{98B44A9A-8355-4297-B86B-A2BA7C426A4B}" destId="{7461E865-A1CF-42E3-A5F9-77E8FA94A994}" srcOrd="0" destOrd="0" presId="urn:microsoft.com/office/officeart/2005/8/layout/vList2"/>
    <dgm:cxn modelId="{9DC43681-5732-474C-8E10-109F6D5DDC05}" type="presOf" srcId="{8BE7FF08-E233-4FBE-AD3C-AB611267B8D1}" destId="{C96E4874-96F0-46A1-8464-7C095D23E12F}" srcOrd="0" destOrd="0" presId="urn:microsoft.com/office/officeart/2005/8/layout/vList2"/>
    <dgm:cxn modelId="{AC74B684-76FF-4CBA-A571-5DEBADE2F080}" type="presOf" srcId="{2FA8B6AF-00AC-4421-901E-139159804165}" destId="{E697D259-BF3B-4111-8FB9-BC4E3521C2F2}" srcOrd="0" destOrd="0" presId="urn:microsoft.com/office/officeart/2005/8/layout/vList2"/>
    <dgm:cxn modelId="{18EAA3C0-659F-4D69-AC40-FC6D302045B4}" srcId="{21B7E27B-ECB5-4DAA-96C5-A65A7D0FC004}" destId="{8BE7FF08-E233-4FBE-AD3C-AB611267B8D1}" srcOrd="3" destOrd="0" parTransId="{21883F56-1773-4FB3-80E4-CDF52B13EDFD}" sibTransId="{80D3B3EA-2269-469F-905D-6335A3D60BC3}"/>
    <dgm:cxn modelId="{A0ECECC4-710D-4209-81BF-4CC838CCB69F}" type="presOf" srcId="{21B7E27B-ECB5-4DAA-96C5-A65A7D0FC004}" destId="{0378AD8D-3090-4D08-BB8D-F28F215384A9}" srcOrd="0" destOrd="0" presId="urn:microsoft.com/office/officeart/2005/8/layout/vList2"/>
    <dgm:cxn modelId="{AA5781CC-3A6D-471E-9C56-F814A29F030A}" srcId="{21B7E27B-ECB5-4DAA-96C5-A65A7D0FC004}" destId="{01E35C2C-04DD-4140-AF6D-BB6F96B5BB9F}" srcOrd="5" destOrd="0" parTransId="{B1BCBEAA-1E08-4835-A10A-76012CE0A8C2}" sibTransId="{7B78EBE3-6F6A-47AD-8DCB-205FC20E8EFA}"/>
    <dgm:cxn modelId="{CBF211EF-CE27-4559-A3A6-89D51958E793}" type="presOf" srcId="{01E35C2C-04DD-4140-AF6D-BB6F96B5BB9F}" destId="{DF9C798E-2C32-4764-AC36-F4D8056009DA}" srcOrd="0" destOrd="0" presId="urn:microsoft.com/office/officeart/2005/8/layout/vList2"/>
    <dgm:cxn modelId="{51AD289F-11A4-4131-9591-C248A2826990}" type="presParOf" srcId="{0378AD8D-3090-4D08-BB8D-F28F215384A9}" destId="{5C49F061-D83F-42FE-878B-18FA4D14594B}" srcOrd="0" destOrd="0" presId="urn:microsoft.com/office/officeart/2005/8/layout/vList2"/>
    <dgm:cxn modelId="{45DD0729-EEC4-4BEF-AA6D-DFE5E39E3E21}" type="presParOf" srcId="{0378AD8D-3090-4D08-BB8D-F28F215384A9}" destId="{CA67C115-3932-4B04-B8F4-234ABA85890F}" srcOrd="1" destOrd="0" presId="urn:microsoft.com/office/officeart/2005/8/layout/vList2"/>
    <dgm:cxn modelId="{F3E9CBC0-FE0D-4267-8F42-7F96DAE25014}" type="presParOf" srcId="{0378AD8D-3090-4D08-BB8D-F28F215384A9}" destId="{E697D259-BF3B-4111-8FB9-BC4E3521C2F2}" srcOrd="2" destOrd="0" presId="urn:microsoft.com/office/officeart/2005/8/layout/vList2"/>
    <dgm:cxn modelId="{571F2481-8341-42E1-A92F-FBDB15BC2A51}" type="presParOf" srcId="{0378AD8D-3090-4D08-BB8D-F28F215384A9}" destId="{721E0FAD-A411-47AD-88B6-74B5F01AD5E5}" srcOrd="3" destOrd="0" presId="urn:microsoft.com/office/officeart/2005/8/layout/vList2"/>
    <dgm:cxn modelId="{35A4F65C-3C7E-4E6E-BFD1-03BE2A57E3CE}" type="presParOf" srcId="{0378AD8D-3090-4D08-BB8D-F28F215384A9}" destId="{7461E865-A1CF-42E3-A5F9-77E8FA94A994}" srcOrd="4" destOrd="0" presId="urn:microsoft.com/office/officeart/2005/8/layout/vList2"/>
    <dgm:cxn modelId="{D46FA194-EF76-46E9-92F5-B0110EFE9F3A}" type="presParOf" srcId="{0378AD8D-3090-4D08-BB8D-F28F215384A9}" destId="{F6512FE6-7F3E-4B6A-B016-559975FC3256}" srcOrd="5" destOrd="0" presId="urn:microsoft.com/office/officeart/2005/8/layout/vList2"/>
    <dgm:cxn modelId="{E598D831-0E44-4036-9E18-19C335DD71FF}" type="presParOf" srcId="{0378AD8D-3090-4D08-BB8D-F28F215384A9}" destId="{C96E4874-96F0-46A1-8464-7C095D23E12F}" srcOrd="6" destOrd="0" presId="urn:microsoft.com/office/officeart/2005/8/layout/vList2"/>
    <dgm:cxn modelId="{45E08750-E13E-4063-8F60-97306ACFDDF0}" type="presParOf" srcId="{0378AD8D-3090-4D08-BB8D-F28F215384A9}" destId="{C5D3C194-7B5C-459B-A434-3BAB39ACAC40}" srcOrd="7" destOrd="0" presId="urn:microsoft.com/office/officeart/2005/8/layout/vList2"/>
    <dgm:cxn modelId="{8A6D6CE9-F349-46EC-B32B-84E006441B25}" type="presParOf" srcId="{0378AD8D-3090-4D08-BB8D-F28F215384A9}" destId="{FC78C413-B930-4D1C-8503-F779BA6A89AF}" srcOrd="8" destOrd="0" presId="urn:microsoft.com/office/officeart/2005/8/layout/vList2"/>
    <dgm:cxn modelId="{FF17C7FA-3005-4E7D-8279-4A4961D1A8B5}" type="presParOf" srcId="{0378AD8D-3090-4D08-BB8D-F28F215384A9}" destId="{8972E8A3-8A02-45E7-9278-AC43A71E6BFB}" srcOrd="9" destOrd="0" presId="urn:microsoft.com/office/officeart/2005/8/layout/vList2"/>
    <dgm:cxn modelId="{4B06890A-4C6D-475D-88DE-9312BFD3B810}" type="presParOf" srcId="{0378AD8D-3090-4D08-BB8D-F28F215384A9}" destId="{DF9C798E-2C32-4764-AC36-F4D8056009D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D83092-17F2-482F-948F-08CAFB06079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786CA84-1403-43B8-8F5D-449B708134FE}">
      <dgm:prSet/>
      <dgm:spPr/>
      <dgm:t>
        <a:bodyPr/>
        <a:lstStyle/>
        <a:p>
          <a:r>
            <a:rPr lang="fr-CA" dirty="0"/>
            <a:t>L’amour : voir définition dans vos notes.</a:t>
          </a:r>
          <a:endParaRPr lang="en-US" dirty="0"/>
        </a:p>
      </dgm:t>
    </dgm:pt>
    <dgm:pt modelId="{A66F9C17-F499-4C5D-A1D3-0291E02F8E2F}" type="parTrans" cxnId="{A91DC085-FFF2-47F7-BB43-8AD6510318A4}">
      <dgm:prSet/>
      <dgm:spPr/>
      <dgm:t>
        <a:bodyPr/>
        <a:lstStyle/>
        <a:p>
          <a:endParaRPr lang="en-US"/>
        </a:p>
      </dgm:t>
    </dgm:pt>
    <dgm:pt modelId="{CD49948F-5481-4714-811C-A90ED98AEA14}" type="sibTrans" cxnId="{A91DC085-FFF2-47F7-BB43-8AD6510318A4}">
      <dgm:prSet/>
      <dgm:spPr/>
      <dgm:t>
        <a:bodyPr/>
        <a:lstStyle/>
        <a:p>
          <a:endParaRPr lang="en-US"/>
        </a:p>
      </dgm:t>
    </dgm:pt>
    <dgm:pt modelId="{C8EF2537-47A2-4D9A-9A96-E028A9B88E56}">
      <dgm:prSet/>
      <dgm:spPr/>
      <dgm:t>
        <a:bodyPr/>
        <a:lstStyle/>
        <a:p>
          <a:r>
            <a:rPr lang="fr-CA" dirty="0"/>
            <a:t>Le bonheur : c’est d’être comblé au niveau des besoins réels de l’humain.</a:t>
          </a:r>
          <a:endParaRPr lang="en-US" dirty="0"/>
        </a:p>
      </dgm:t>
    </dgm:pt>
    <dgm:pt modelId="{1F385390-8D7A-4500-ACE2-D03CBD701D87}" type="parTrans" cxnId="{F4980D52-2DBB-4209-856A-B89061542117}">
      <dgm:prSet/>
      <dgm:spPr/>
      <dgm:t>
        <a:bodyPr/>
        <a:lstStyle/>
        <a:p>
          <a:endParaRPr lang="en-US"/>
        </a:p>
      </dgm:t>
    </dgm:pt>
    <dgm:pt modelId="{5454D805-1E0D-4A7B-BE75-1495BB9FD35F}" type="sibTrans" cxnId="{F4980D52-2DBB-4209-856A-B89061542117}">
      <dgm:prSet/>
      <dgm:spPr/>
      <dgm:t>
        <a:bodyPr/>
        <a:lstStyle/>
        <a:p>
          <a:endParaRPr lang="en-US"/>
        </a:p>
      </dgm:t>
    </dgm:pt>
    <dgm:pt modelId="{DC4D40E9-FCC9-44CC-A935-BFEFC8307660}">
      <dgm:prSet/>
      <dgm:spPr/>
      <dgm:t>
        <a:bodyPr/>
        <a:lstStyle/>
        <a:p>
          <a:r>
            <a:rPr lang="fr-CA" dirty="0"/>
            <a:t>Le manque : c’est de ressentir un besoin.</a:t>
          </a:r>
          <a:endParaRPr lang="en-US" dirty="0"/>
        </a:p>
      </dgm:t>
    </dgm:pt>
    <dgm:pt modelId="{B5B391B3-6367-4444-80C6-032014006D41}" type="parTrans" cxnId="{A4987437-6282-42D4-B269-E62285FC3192}">
      <dgm:prSet/>
      <dgm:spPr/>
      <dgm:t>
        <a:bodyPr/>
        <a:lstStyle/>
        <a:p>
          <a:endParaRPr lang="en-US"/>
        </a:p>
      </dgm:t>
    </dgm:pt>
    <dgm:pt modelId="{7720DF7D-2C9D-4193-8AFB-FDFC95074B4A}" type="sibTrans" cxnId="{A4987437-6282-42D4-B269-E62285FC3192}">
      <dgm:prSet/>
      <dgm:spPr/>
      <dgm:t>
        <a:bodyPr/>
        <a:lstStyle/>
        <a:p>
          <a:endParaRPr lang="en-US"/>
        </a:p>
      </dgm:t>
    </dgm:pt>
    <dgm:pt modelId="{E599BE0A-65BB-4B55-9F28-DAAC0DDC8550}">
      <dgm:prSet/>
      <dgm:spPr/>
      <dgm:t>
        <a:bodyPr/>
        <a:lstStyle/>
        <a:p>
          <a:r>
            <a:rPr lang="fr-CA" dirty="0"/>
            <a:t>L’abondance : c’est de trouver en nous les ressources nécessaires pour combler un besoin.</a:t>
          </a:r>
          <a:endParaRPr lang="en-US" dirty="0"/>
        </a:p>
      </dgm:t>
    </dgm:pt>
    <dgm:pt modelId="{F8C1DD68-CF33-4E87-AE42-7E66CC7B966D}" type="parTrans" cxnId="{19BFF20E-8C0B-48E4-8FA6-211EBE50E046}">
      <dgm:prSet/>
      <dgm:spPr/>
      <dgm:t>
        <a:bodyPr/>
        <a:lstStyle/>
        <a:p>
          <a:endParaRPr lang="en-US"/>
        </a:p>
      </dgm:t>
    </dgm:pt>
    <dgm:pt modelId="{A53E1A2D-BA19-47F2-BEE0-D3C3D203B539}" type="sibTrans" cxnId="{19BFF20E-8C0B-48E4-8FA6-211EBE50E046}">
      <dgm:prSet/>
      <dgm:spPr/>
      <dgm:t>
        <a:bodyPr/>
        <a:lstStyle/>
        <a:p>
          <a:endParaRPr lang="en-US"/>
        </a:p>
      </dgm:t>
    </dgm:pt>
    <dgm:pt modelId="{9C60635A-D640-41F6-869A-6BE0129D5860}">
      <dgm:prSet/>
      <dgm:spPr/>
      <dgm:t>
        <a:bodyPr/>
        <a:lstStyle/>
        <a:p>
          <a:r>
            <a:rPr lang="fr-CA" dirty="0"/>
            <a:t>L’immortalité : c’est d’accéder à ce qui est stable et infini.</a:t>
          </a:r>
          <a:endParaRPr lang="en-US" dirty="0"/>
        </a:p>
      </dgm:t>
    </dgm:pt>
    <dgm:pt modelId="{B8139A48-315F-4692-9774-26CB2B30F916}" type="parTrans" cxnId="{19543F88-CC6C-4295-BD7D-A9F169E53ED8}">
      <dgm:prSet/>
      <dgm:spPr/>
      <dgm:t>
        <a:bodyPr/>
        <a:lstStyle/>
        <a:p>
          <a:endParaRPr lang="en-US"/>
        </a:p>
      </dgm:t>
    </dgm:pt>
    <dgm:pt modelId="{CE0A3DA4-C58B-4B36-ACFD-47685551D4A9}" type="sibTrans" cxnId="{19543F88-CC6C-4295-BD7D-A9F169E53ED8}">
      <dgm:prSet/>
      <dgm:spPr/>
      <dgm:t>
        <a:bodyPr/>
        <a:lstStyle/>
        <a:p>
          <a:endParaRPr lang="en-US"/>
        </a:p>
      </dgm:t>
    </dgm:pt>
    <dgm:pt modelId="{D8CB878C-A5A2-405C-9560-09FF396ED2D8}">
      <dgm:prSet/>
      <dgm:spPr/>
      <dgm:t>
        <a:bodyPr/>
        <a:lstStyle/>
        <a:p>
          <a:r>
            <a:rPr lang="fr-CA" dirty="0"/>
            <a:t>L’amour de soi : viser son propre bien // L’amour de l’autre : viser le bien de l’autre</a:t>
          </a:r>
          <a:endParaRPr lang="en-US" dirty="0"/>
        </a:p>
      </dgm:t>
    </dgm:pt>
    <dgm:pt modelId="{6C950930-51C4-4E4E-A43D-EB0674FA2479}" type="parTrans" cxnId="{03A0685B-DAD7-4CFF-A1C3-3E357830511B}">
      <dgm:prSet/>
      <dgm:spPr/>
      <dgm:t>
        <a:bodyPr/>
        <a:lstStyle/>
        <a:p>
          <a:endParaRPr lang="en-US"/>
        </a:p>
      </dgm:t>
    </dgm:pt>
    <dgm:pt modelId="{703A1E8C-BBF3-440B-8440-AEBAFBE7D787}" type="sibTrans" cxnId="{03A0685B-DAD7-4CFF-A1C3-3E357830511B}">
      <dgm:prSet/>
      <dgm:spPr/>
      <dgm:t>
        <a:bodyPr/>
        <a:lstStyle/>
        <a:p>
          <a:endParaRPr lang="en-US"/>
        </a:p>
      </dgm:t>
    </dgm:pt>
    <dgm:pt modelId="{A1F5147A-3735-4337-B7B3-8DE84F52BF75}" type="pres">
      <dgm:prSet presAssocID="{ECD83092-17F2-482F-948F-08CAFB060798}" presName="diagram" presStyleCnt="0">
        <dgm:presLayoutVars>
          <dgm:dir/>
          <dgm:resizeHandles val="exact"/>
        </dgm:presLayoutVars>
      </dgm:prSet>
      <dgm:spPr/>
    </dgm:pt>
    <dgm:pt modelId="{0095950C-4A77-4C22-B781-F8B2FA78531A}" type="pres">
      <dgm:prSet presAssocID="{0786CA84-1403-43B8-8F5D-449B708134FE}" presName="node" presStyleLbl="node1" presStyleIdx="0" presStyleCnt="6">
        <dgm:presLayoutVars>
          <dgm:bulletEnabled val="1"/>
        </dgm:presLayoutVars>
      </dgm:prSet>
      <dgm:spPr/>
    </dgm:pt>
    <dgm:pt modelId="{15A25814-A360-4321-96CE-697AE331ABCC}" type="pres">
      <dgm:prSet presAssocID="{CD49948F-5481-4714-811C-A90ED98AEA14}" presName="sibTrans" presStyleCnt="0"/>
      <dgm:spPr/>
    </dgm:pt>
    <dgm:pt modelId="{7EF3817E-0262-48D7-9AFF-FF1879FC69D4}" type="pres">
      <dgm:prSet presAssocID="{C8EF2537-47A2-4D9A-9A96-E028A9B88E56}" presName="node" presStyleLbl="node1" presStyleIdx="1" presStyleCnt="6">
        <dgm:presLayoutVars>
          <dgm:bulletEnabled val="1"/>
        </dgm:presLayoutVars>
      </dgm:prSet>
      <dgm:spPr/>
    </dgm:pt>
    <dgm:pt modelId="{2A499724-AB73-48DB-9418-C03A914A742A}" type="pres">
      <dgm:prSet presAssocID="{5454D805-1E0D-4A7B-BE75-1495BB9FD35F}" presName="sibTrans" presStyleCnt="0"/>
      <dgm:spPr/>
    </dgm:pt>
    <dgm:pt modelId="{1C272F7A-477A-4F6C-A0CF-A172A01B3D48}" type="pres">
      <dgm:prSet presAssocID="{DC4D40E9-FCC9-44CC-A935-BFEFC8307660}" presName="node" presStyleLbl="node1" presStyleIdx="2" presStyleCnt="6">
        <dgm:presLayoutVars>
          <dgm:bulletEnabled val="1"/>
        </dgm:presLayoutVars>
      </dgm:prSet>
      <dgm:spPr/>
    </dgm:pt>
    <dgm:pt modelId="{C5A28D44-FC8E-4D1A-ADF9-4FAFF9985C9E}" type="pres">
      <dgm:prSet presAssocID="{7720DF7D-2C9D-4193-8AFB-FDFC95074B4A}" presName="sibTrans" presStyleCnt="0"/>
      <dgm:spPr/>
    </dgm:pt>
    <dgm:pt modelId="{A67C4521-32C9-4CBB-AC3D-CCE2E198BBD7}" type="pres">
      <dgm:prSet presAssocID="{E599BE0A-65BB-4B55-9F28-DAAC0DDC8550}" presName="node" presStyleLbl="node1" presStyleIdx="3" presStyleCnt="6">
        <dgm:presLayoutVars>
          <dgm:bulletEnabled val="1"/>
        </dgm:presLayoutVars>
      </dgm:prSet>
      <dgm:spPr/>
    </dgm:pt>
    <dgm:pt modelId="{C0B7F57B-DD69-4B8F-9404-E463DE4DE942}" type="pres">
      <dgm:prSet presAssocID="{A53E1A2D-BA19-47F2-BEE0-D3C3D203B539}" presName="sibTrans" presStyleCnt="0"/>
      <dgm:spPr/>
    </dgm:pt>
    <dgm:pt modelId="{3FD44AB5-3A2C-40E1-A47C-4BECFFDC4924}" type="pres">
      <dgm:prSet presAssocID="{9C60635A-D640-41F6-869A-6BE0129D5860}" presName="node" presStyleLbl="node1" presStyleIdx="4" presStyleCnt="6">
        <dgm:presLayoutVars>
          <dgm:bulletEnabled val="1"/>
        </dgm:presLayoutVars>
      </dgm:prSet>
      <dgm:spPr/>
    </dgm:pt>
    <dgm:pt modelId="{49B17C97-C134-457A-96F0-8FC681ECB25A}" type="pres">
      <dgm:prSet presAssocID="{CE0A3DA4-C58B-4B36-ACFD-47685551D4A9}" presName="sibTrans" presStyleCnt="0"/>
      <dgm:spPr/>
    </dgm:pt>
    <dgm:pt modelId="{5370A31D-98C8-4080-8BEA-427AE74DD811}" type="pres">
      <dgm:prSet presAssocID="{D8CB878C-A5A2-405C-9560-09FF396ED2D8}" presName="node" presStyleLbl="node1" presStyleIdx="5" presStyleCnt="6">
        <dgm:presLayoutVars>
          <dgm:bulletEnabled val="1"/>
        </dgm:presLayoutVars>
      </dgm:prSet>
      <dgm:spPr/>
    </dgm:pt>
  </dgm:ptLst>
  <dgm:cxnLst>
    <dgm:cxn modelId="{19BFF20E-8C0B-48E4-8FA6-211EBE50E046}" srcId="{ECD83092-17F2-482F-948F-08CAFB060798}" destId="{E599BE0A-65BB-4B55-9F28-DAAC0DDC8550}" srcOrd="3" destOrd="0" parTransId="{F8C1DD68-CF33-4E87-AE42-7E66CC7B966D}" sibTransId="{A53E1A2D-BA19-47F2-BEE0-D3C3D203B539}"/>
    <dgm:cxn modelId="{1A036F1F-9170-47FD-8ED2-18A7A9F07367}" type="presOf" srcId="{DC4D40E9-FCC9-44CC-A935-BFEFC8307660}" destId="{1C272F7A-477A-4F6C-A0CF-A172A01B3D48}" srcOrd="0" destOrd="0" presId="urn:microsoft.com/office/officeart/2005/8/layout/default"/>
    <dgm:cxn modelId="{253EEC2F-09D4-4AE4-ADC1-475BDEC0FD2D}" type="presOf" srcId="{ECD83092-17F2-482F-948F-08CAFB060798}" destId="{A1F5147A-3735-4337-B7B3-8DE84F52BF75}" srcOrd="0" destOrd="0" presId="urn:microsoft.com/office/officeart/2005/8/layout/default"/>
    <dgm:cxn modelId="{A4987437-6282-42D4-B269-E62285FC3192}" srcId="{ECD83092-17F2-482F-948F-08CAFB060798}" destId="{DC4D40E9-FCC9-44CC-A935-BFEFC8307660}" srcOrd="2" destOrd="0" parTransId="{B5B391B3-6367-4444-80C6-032014006D41}" sibTransId="{7720DF7D-2C9D-4193-8AFB-FDFC95074B4A}"/>
    <dgm:cxn modelId="{6C32113A-7902-44CA-8EEB-D7DFC4A95D56}" type="presOf" srcId="{E599BE0A-65BB-4B55-9F28-DAAC0DDC8550}" destId="{A67C4521-32C9-4CBB-AC3D-CCE2E198BBD7}" srcOrd="0" destOrd="0" presId="urn:microsoft.com/office/officeart/2005/8/layout/default"/>
    <dgm:cxn modelId="{F4980D52-2DBB-4209-856A-B89061542117}" srcId="{ECD83092-17F2-482F-948F-08CAFB060798}" destId="{C8EF2537-47A2-4D9A-9A96-E028A9B88E56}" srcOrd="1" destOrd="0" parTransId="{1F385390-8D7A-4500-ACE2-D03CBD701D87}" sibTransId="{5454D805-1E0D-4A7B-BE75-1495BB9FD35F}"/>
    <dgm:cxn modelId="{03A0685B-DAD7-4CFF-A1C3-3E357830511B}" srcId="{ECD83092-17F2-482F-948F-08CAFB060798}" destId="{D8CB878C-A5A2-405C-9560-09FF396ED2D8}" srcOrd="5" destOrd="0" parTransId="{6C950930-51C4-4E4E-A43D-EB0674FA2479}" sibTransId="{703A1E8C-BBF3-440B-8440-AEBAFBE7D787}"/>
    <dgm:cxn modelId="{B38D7283-1C7B-46F0-AED6-3531399DCF9E}" type="presOf" srcId="{9C60635A-D640-41F6-869A-6BE0129D5860}" destId="{3FD44AB5-3A2C-40E1-A47C-4BECFFDC4924}" srcOrd="0" destOrd="0" presId="urn:microsoft.com/office/officeart/2005/8/layout/default"/>
    <dgm:cxn modelId="{A91DC085-FFF2-47F7-BB43-8AD6510318A4}" srcId="{ECD83092-17F2-482F-948F-08CAFB060798}" destId="{0786CA84-1403-43B8-8F5D-449B708134FE}" srcOrd="0" destOrd="0" parTransId="{A66F9C17-F499-4C5D-A1D3-0291E02F8E2F}" sibTransId="{CD49948F-5481-4714-811C-A90ED98AEA14}"/>
    <dgm:cxn modelId="{19543F88-CC6C-4295-BD7D-A9F169E53ED8}" srcId="{ECD83092-17F2-482F-948F-08CAFB060798}" destId="{9C60635A-D640-41F6-869A-6BE0129D5860}" srcOrd="4" destOrd="0" parTransId="{B8139A48-315F-4692-9774-26CB2B30F916}" sibTransId="{CE0A3DA4-C58B-4B36-ACFD-47685551D4A9}"/>
    <dgm:cxn modelId="{26E198A5-61E6-4961-9F0A-8889042ADB3A}" type="presOf" srcId="{C8EF2537-47A2-4D9A-9A96-E028A9B88E56}" destId="{7EF3817E-0262-48D7-9AFF-FF1879FC69D4}" srcOrd="0" destOrd="0" presId="urn:microsoft.com/office/officeart/2005/8/layout/default"/>
    <dgm:cxn modelId="{74B398A9-00D6-4FA1-88BA-30A1BE278ECB}" type="presOf" srcId="{D8CB878C-A5A2-405C-9560-09FF396ED2D8}" destId="{5370A31D-98C8-4080-8BEA-427AE74DD811}" srcOrd="0" destOrd="0" presId="urn:microsoft.com/office/officeart/2005/8/layout/default"/>
    <dgm:cxn modelId="{235F7CEE-0C93-4D09-89AC-747043D60B98}" type="presOf" srcId="{0786CA84-1403-43B8-8F5D-449B708134FE}" destId="{0095950C-4A77-4C22-B781-F8B2FA78531A}" srcOrd="0" destOrd="0" presId="urn:microsoft.com/office/officeart/2005/8/layout/default"/>
    <dgm:cxn modelId="{AD2918D4-A439-4090-AC87-14940370E444}" type="presParOf" srcId="{A1F5147A-3735-4337-B7B3-8DE84F52BF75}" destId="{0095950C-4A77-4C22-B781-F8B2FA78531A}" srcOrd="0" destOrd="0" presId="urn:microsoft.com/office/officeart/2005/8/layout/default"/>
    <dgm:cxn modelId="{ECB6B73F-9708-41BF-9729-0827F5BD4BB1}" type="presParOf" srcId="{A1F5147A-3735-4337-B7B3-8DE84F52BF75}" destId="{15A25814-A360-4321-96CE-697AE331ABCC}" srcOrd="1" destOrd="0" presId="urn:microsoft.com/office/officeart/2005/8/layout/default"/>
    <dgm:cxn modelId="{31A4E993-F762-422B-9144-A5C5EF8A3A49}" type="presParOf" srcId="{A1F5147A-3735-4337-B7B3-8DE84F52BF75}" destId="{7EF3817E-0262-48D7-9AFF-FF1879FC69D4}" srcOrd="2" destOrd="0" presId="urn:microsoft.com/office/officeart/2005/8/layout/default"/>
    <dgm:cxn modelId="{B48EC561-E46B-4D17-8F56-D2C3708489FB}" type="presParOf" srcId="{A1F5147A-3735-4337-B7B3-8DE84F52BF75}" destId="{2A499724-AB73-48DB-9418-C03A914A742A}" srcOrd="3" destOrd="0" presId="urn:microsoft.com/office/officeart/2005/8/layout/default"/>
    <dgm:cxn modelId="{11A89B5A-0CCA-424D-A9DE-612EA0D52008}" type="presParOf" srcId="{A1F5147A-3735-4337-B7B3-8DE84F52BF75}" destId="{1C272F7A-477A-4F6C-A0CF-A172A01B3D48}" srcOrd="4" destOrd="0" presId="urn:microsoft.com/office/officeart/2005/8/layout/default"/>
    <dgm:cxn modelId="{A2A4CD7E-8B7A-4033-B32C-75E4EF27E6DB}" type="presParOf" srcId="{A1F5147A-3735-4337-B7B3-8DE84F52BF75}" destId="{C5A28D44-FC8E-4D1A-ADF9-4FAFF9985C9E}" srcOrd="5" destOrd="0" presId="urn:microsoft.com/office/officeart/2005/8/layout/default"/>
    <dgm:cxn modelId="{D9F00689-FF9F-4AD0-B3CC-9A558ED70B25}" type="presParOf" srcId="{A1F5147A-3735-4337-B7B3-8DE84F52BF75}" destId="{A67C4521-32C9-4CBB-AC3D-CCE2E198BBD7}" srcOrd="6" destOrd="0" presId="urn:microsoft.com/office/officeart/2005/8/layout/default"/>
    <dgm:cxn modelId="{09EEAB17-1A60-4B02-A6F8-3C79CFCF0F47}" type="presParOf" srcId="{A1F5147A-3735-4337-B7B3-8DE84F52BF75}" destId="{C0B7F57B-DD69-4B8F-9404-E463DE4DE942}" srcOrd="7" destOrd="0" presId="urn:microsoft.com/office/officeart/2005/8/layout/default"/>
    <dgm:cxn modelId="{07EDAC1E-9644-48F0-9621-9CEE78E3941D}" type="presParOf" srcId="{A1F5147A-3735-4337-B7B3-8DE84F52BF75}" destId="{3FD44AB5-3A2C-40E1-A47C-4BECFFDC4924}" srcOrd="8" destOrd="0" presId="urn:microsoft.com/office/officeart/2005/8/layout/default"/>
    <dgm:cxn modelId="{B09493CA-D28F-4147-8571-73C9299CCAFB}" type="presParOf" srcId="{A1F5147A-3735-4337-B7B3-8DE84F52BF75}" destId="{49B17C97-C134-457A-96F0-8FC681ECB25A}" srcOrd="9" destOrd="0" presId="urn:microsoft.com/office/officeart/2005/8/layout/default"/>
    <dgm:cxn modelId="{1AF952DA-317B-4764-B3E9-594C001D955B}" type="presParOf" srcId="{A1F5147A-3735-4337-B7B3-8DE84F52BF75}" destId="{5370A31D-98C8-4080-8BEA-427AE74DD81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1F423-E208-4886-9D2F-EF82B49935EC}">
      <dsp:nvSpPr>
        <dsp:cNvPr id="0" name=""/>
        <dsp:cNvSpPr/>
      </dsp:nvSpPr>
      <dsp:spPr>
        <a:xfrm>
          <a:off x="0" y="625915"/>
          <a:ext cx="10058399" cy="11555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5309C-300B-4FC1-854D-AB6076FC583C}">
      <dsp:nvSpPr>
        <dsp:cNvPr id="0" name=""/>
        <dsp:cNvSpPr/>
      </dsp:nvSpPr>
      <dsp:spPr>
        <a:xfrm>
          <a:off x="349549" y="885911"/>
          <a:ext cx="635544" cy="635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7E765-66B0-4651-A4E9-554E9B9A82E1}">
      <dsp:nvSpPr>
        <dsp:cNvPr id="0" name=""/>
        <dsp:cNvSpPr/>
      </dsp:nvSpPr>
      <dsp:spPr>
        <a:xfrm>
          <a:off x="1334644" y="625915"/>
          <a:ext cx="8723755" cy="1155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94" tIns="122294" rIns="122294" bIns="1222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Le but est d’expliquer, en profondeur, la position du philosophe étudié.</a:t>
          </a:r>
          <a:endParaRPr lang="en-US" sz="2500" kern="1200"/>
        </a:p>
      </dsp:txBody>
      <dsp:txXfrm>
        <a:off x="1334644" y="625915"/>
        <a:ext cx="8723755" cy="1155536"/>
      </dsp:txXfrm>
    </dsp:sp>
    <dsp:sp modelId="{37B5D96D-208B-4A6A-BF95-C60494A5C342}">
      <dsp:nvSpPr>
        <dsp:cNvPr id="0" name=""/>
        <dsp:cNvSpPr/>
      </dsp:nvSpPr>
      <dsp:spPr>
        <a:xfrm>
          <a:off x="0" y="2070335"/>
          <a:ext cx="10058399" cy="11555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62F96-7375-46EA-BABF-548397035D98}">
      <dsp:nvSpPr>
        <dsp:cNvPr id="0" name=""/>
        <dsp:cNvSpPr/>
      </dsp:nvSpPr>
      <dsp:spPr>
        <a:xfrm>
          <a:off x="349549" y="2330331"/>
          <a:ext cx="635544" cy="635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9E7FE-8629-49B4-A93B-BD87AB456EE9}">
      <dsp:nvSpPr>
        <dsp:cNvPr id="0" name=""/>
        <dsp:cNvSpPr/>
      </dsp:nvSpPr>
      <dsp:spPr>
        <a:xfrm>
          <a:off x="1334644" y="2070335"/>
          <a:ext cx="8723755" cy="1155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94" tIns="122294" rIns="122294" bIns="1222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Ce qui implique donc : une bonne étude préalable.</a:t>
          </a:r>
          <a:endParaRPr lang="en-US" sz="2500" kern="1200"/>
        </a:p>
      </dsp:txBody>
      <dsp:txXfrm>
        <a:off x="1334644" y="2070335"/>
        <a:ext cx="8723755" cy="1155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73FB4-8687-4D40-AF34-441E428F99CB}">
      <dsp:nvSpPr>
        <dsp:cNvPr id="0" name=""/>
        <dsp:cNvSpPr/>
      </dsp:nvSpPr>
      <dsp:spPr>
        <a:xfrm>
          <a:off x="1063980" y="582477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38460-5640-44CC-A62D-1524CDE7E6F9}">
      <dsp:nvSpPr>
        <dsp:cNvPr id="0" name=""/>
        <dsp:cNvSpPr/>
      </dsp:nvSpPr>
      <dsp:spPr>
        <a:xfrm>
          <a:off x="285097" y="2225367"/>
          <a:ext cx="28323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CA" sz="2000" kern="1200" dirty="0">
              <a:solidFill>
                <a:srgbClr val="FF0000"/>
              </a:solidFill>
            </a:rPr>
            <a:t>Pas d’introduction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fr-CA" sz="2000" kern="1200" dirty="0">
              <a:solidFill>
                <a:srgbClr val="FF0000"/>
              </a:solidFill>
            </a:rPr>
            <a:t>(Examen final).</a:t>
          </a:r>
          <a:endParaRPr lang="en-US" sz="2000" kern="1200" dirty="0">
            <a:solidFill>
              <a:srgbClr val="FF0000"/>
            </a:solidFill>
          </a:endParaRPr>
        </a:p>
      </dsp:txBody>
      <dsp:txXfrm>
        <a:off x="285097" y="2225367"/>
        <a:ext cx="2832300" cy="810000"/>
      </dsp:txXfrm>
    </dsp:sp>
    <dsp:sp modelId="{4FCC0AAE-94C9-47F4-843D-718AAA0315BE}">
      <dsp:nvSpPr>
        <dsp:cNvPr id="0" name=""/>
        <dsp:cNvSpPr/>
      </dsp:nvSpPr>
      <dsp:spPr>
        <a:xfrm>
          <a:off x="4391932" y="582477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28B93-1F8F-4665-AD2D-9BA60E8F213A}">
      <dsp:nvSpPr>
        <dsp:cNvPr id="0" name=""/>
        <dsp:cNvSpPr/>
      </dsp:nvSpPr>
      <dsp:spPr>
        <a:xfrm>
          <a:off x="3613050" y="2225367"/>
          <a:ext cx="28323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Écrire un développement sur la position de Platon.</a:t>
          </a:r>
          <a:endParaRPr lang="en-US" sz="2000" kern="1200" dirty="0"/>
        </a:p>
      </dsp:txBody>
      <dsp:txXfrm>
        <a:off x="3613050" y="2225367"/>
        <a:ext cx="2832300" cy="810000"/>
      </dsp:txXfrm>
    </dsp:sp>
    <dsp:sp modelId="{4022FAE6-37F6-4939-96CC-5C41256549A2}">
      <dsp:nvSpPr>
        <dsp:cNvPr id="0" name=""/>
        <dsp:cNvSpPr/>
      </dsp:nvSpPr>
      <dsp:spPr>
        <a:xfrm>
          <a:off x="7719885" y="582477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9DB69-7DA7-4A74-8CED-FB9F4627D638}">
      <dsp:nvSpPr>
        <dsp:cNvPr id="0" name=""/>
        <dsp:cNvSpPr/>
      </dsp:nvSpPr>
      <dsp:spPr>
        <a:xfrm>
          <a:off x="6941002" y="2225367"/>
          <a:ext cx="28323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>
              <a:solidFill>
                <a:srgbClr val="FF0000"/>
              </a:solidFill>
            </a:rPr>
            <a:t>(Il n’y a pas, cette fois, de paragraphe sur votre position personnelle)</a:t>
          </a:r>
          <a:endParaRPr lang="en-US" sz="2000" kern="1200" dirty="0">
            <a:solidFill>
              <a:srgbClr val="FF0000"/>
            </a:solidFill>
          </a:endParaRPr>
        </a:p>
      </dsp:txBody>
      <dsp:txXfrm>
        <a:off x="6941002" y="2225367"/>
        <a:ext cx="2832300" cy="81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FDF32-72F4-40D4-AF6C-8434802099D9}">
      <dsp:nvSpPr>
        <dsp:cNvPr id="0" name=""/>
        <dsp:cNvSpPr/>
      </dsp:nvSpPr>
      <dsp:spPr>
        <a:xfrm>
          <a:off x="0" y="558613"/>
          <a:ext cx="10058399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dirty="0"/>
            <a:t>1. La thèse du philosophe.</a:t>
          </a:r>
          <a:endParaRPr lang="en-US" sz="3600" kern="1200" dirty="0"/>
        </a:p>
      </dsp:txBody>
      <dsp:txXfrm>
        <a:off x="41123" y="599736"/>
        <a:ext cx="9976153" cy="760154"/>
      </dsp:txXfrm>
    </dsp:sp>
    <dsp:sp modelId="{758DF700-101B-49BE-9A4E-EF989B148BE5}">
      <dsp:nvSpPr>
        <dsp:cNvPr id="0" name=""/>
        <dsp:cNvSpPr/>
      </dsp:nvSpPr>
      <dsp:spPr>
        <a:xfrm>
          <a:off x="0" y="1504693"/>
          <a:ext cx="10058399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dirty="0"/>
            <a:t>2. Une explication approfondie de sa position.</a:t>
          </a:r>
          <a:endParaRPr lang="en-US" sz="3600" kern="1200" dirty="0"/>
        </a:p>
      </dsp:txBody>
      <dsp:txXfrm>
        <a:off x="41123" y="1545816"/>
        <a:ext cx="9976153" cy="760154"/>
      </dsp:txXfrm>
    </dsp:sp>
    <dsp:sp modelId="{5501E183-62A1-46CA-BDBA-D0E7C5140A1B}">
      <dsp:nvSpPr>
        <dsp:cNvPr id="0" name=""/>
        <dsp:cNvSpPr/>
      </dsp:nvSpPr>
      <dsp:spPr>
        <a:xfrm>
          <a:off x="0" y="2450773"/>
          <a:ext cx="10058399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dirty="0"/>
            <a:t>3. Une illustration de ses idées.</a:t>
          </a:r>
          <a:endParaRPr lang="en-US" sz="3600" kern="1200" dirty="0"/>
        </a:p>
      </dsp:txBody>
      <dsp:txXfrm>
        <a:off x="41123" y="2491896"/>
        <a:ext cx="9976153" cy="760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0805B-861E-4DA9-B6E1-BCD7AF973A63}">
      <dsp:nvSpPr>
        <dsp:cNvPr id="0" name=""/>
        <dsp:cNvSpPr/>
      </dsp:nvSpPr>
      <dsp:spPr>
        <a:xfrm>
          <a:off x="0" y="494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ABD07-8805-4F43-9225-2B1155BBB2CC}">
      <dsp:nvSpPr>
        <dsp:cNvPr id="0" name=""/>
        <dsp:cNvSpPr/>
      </dsp:nvSpPr>
      <dsp:spPr>
        <a:xfrm>
          <a:off x="350018" y="260838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CBDD4-6C86-4CB5-A9D4-7DA95A93230D}">
      <dsp:nvSpPr>
        <dsp:cNvPr id="0" name=""/>
        <dsp:cNvSpPr/>
      </dsp:nvSpPr>
      <dsp:spPr>
        <a:xfrm>
          <a:off x="1336435" y="494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dirty="0"/>
            <a:t>Thèse de Platon + définition des concepts.</a:t>
          </a:r>
          <a:endParaRPr lang="en-US" sz="2500" kern="1200" dirty="0"/>
        </a:p>
      </dsp:txBody>
      <dsp:txXfrm>
        <a:off x="1336435" y="494"/>
        <a:ext cx="8721964" cy="1157086"/>
      </dsp:txXfrm>
    </dsp:sp>
    <dsp:sp modelId="{716F9891-DF48-4794-BBB0-6D887F679A0B}">
      <dsp:nvSpPr>
        <dsp:cNvPr id="0" name=""/>
        <dsp:cNvSpPr/>
      </dsp:nvSpPr>
      <dsp:spPr>
        <a:xfrm>
          <a:off x="0" y="1446852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ED768-D44E-4114-A373-4B515B7F24AE}">
      <dsp:nvSpPr>
        <dsp:cNvPr id="0" name=""/>
        <dsp:cNvSpPr/>
      </dsp:nvSpPr>
      <dsp:spPr>
        <a:xfrm>
          <a:off x="350018" y="1707197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5DE15-CE32-4274-A349-64F04D8B0104}">
      <dsp:nvSpPr>
        <dsp:cNvPr id="0" name=""/>
        <dsp:cNvSpPr/>
      </dsp:nvSpPr>
      <dsp:spPr>
        <a:xfrm>
          <a:off x="1336435" y="1446852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En effet + explication.</a:t>
          </a:r>
          <a:endParaRPr lang="en-US" sz="2500" kern="1200"/>
        </a:p>
      </dsp:txBody>
      <dsp:txXfrm>
        <a:off x="1336435" y="1446852"/>
        <a:ext cx="8721964" cy="1157086"/>
      </dsp:txXfrm>
    </dsp:sp>
    <dsp:sp modelId="{1C917557-13F6-4F5D-BF36-9303385872B7}">
      <dsp:nvSpPr>
        <dsp:cNvPr id="0" name=""/>
        <dsp:cNvSpPr/>
      </dsp:nvSpPr>
      <dsp:spPr>
        <a:xfrm>
          <a:off x="0" y="2893210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91332-6698-4750-9A0A-4ED556B481F7}">
      <dsp:nvSpPr>
        <dsp:cNvPr id="0" name=""/>
        <dsp:cNvSpPr/>
      </dsp:nvSpPr>
      <dsp:spPr>
        <a:xfrm>
          <a:off x="350018" y="3153555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351E1-62FF-4542-B501-CABE611C5653}">
      <dsp:nvSpPr>
        <dsp:cNvPr id="0" name=""/>
        <dsp:cNvSpPr/>
      </dsp:nvSpPr>
      <dsp:spPr>
        <a:xfrm>
          <a:off x="1336435" y="2893210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dirty="0"/>
            <a:t>Dans le texte X de Platon + illustration.</a:t>
          </a:r>
          <a:endParaRPr lang="en-US" sz="2500" kern="1200" dirty="0"/>
        </a:p>
      </dsp:txBody>
      <dsp:txXfrm>
        <a:off x="1336435" y="2893210"/>
        <a:ext cx="8721964" cy="11570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9F061-D83F-42FE-878B-18FA4D14594B}">
      <dsp:nvSpPr>
        <dsp:cNvPr id="0" name=""/>
        <dsp:cNvSpPr/>
      </dsp:nvSpPr>
      <dsp:spPr>
        <a:xfrm>
          <a:off x="0" y="304112"/>
          <a:ext cx="5141912" cy="725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 dirty="0"/>
            <a:t>L’amour ***</a:t>
          </a:r>
          <a:endParaRPr lang="en-US" sz="3100" kern="1200" dirty="0"/>
        </a:p>
      </dsp:txBody>
      <dsp:txXfrm>
        <a:off x="35411" y="339523"/>
        <a:ext cx="5071090" cy="654577"/>
      </dsp:txXfrm>
    </dsp:sp>
    <dsp:sp modelId="{E697D259-BF3B-4111-8FB9-BC4E3521C2F2}">
      <dsp:nvSpPr>
        <dsp:cNvPr id="0" name=""/>
        <dsp:cNvSpPr/>
      </dsp:nvSpPr>
      <dsp:spPr>
        <a:xfrm>
          <a:off x="0" y="1118792"/>
          <a:ext cx="5141912" cy="725399"/>
        </a:xfrm>
        <a:prstGeom prst="roundRect">
          <a:avLst/>
        </a:prstGeom>
        <a:solidFill>
          <a:schemeClr val="accent2">
            <a:hueOff val="381558"/>
            <a:satOff val="-8706"/>
            <a:lumOff val="3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/>
            <a:t>Le bonheur</a:t>
          </a:r>
          <a:endParaRPr lang="en-US" sz="3100" kern="1200"/>
        </a:p>
      </dsp:txBody>
      <dsp:txXfrm>
        <a:off x="35411" y="1154203"/>
        <a:ext cx="5071090" cy="654577"/>
      </dsp:txXfrm>
    </dsp:sp>
    <dsp:sp modelId="{7461E865-A1CF-42E3-A5F9-77E8FA94A994}">
      <dsp:nvSpPr>
        <dsp:cNvPr id="0" name=""/>
        <dsp:cNvSpPr/>
      </dsp:nvSpPr>
      <dsp:spPr>
        <a:xfrm>
          <a:off x="0" y="1933472"/>
          <a:ext cx="5141912" cy="725399"/>
        </a:xfrm>
        <a:prstGeom prst="roundRect">
          <a:avLst/>
        </a:prstGeom>
        <a:solidFill>
          <a:schemeClr val="accent2">
            <a:hueOff val="763116"/>
            <a:satOff val="-17411"/>
            <a:lumOff val="6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/>
            <a:t>Le manque</a:t>
          </a:r>
          <a:endParaRPr lang="en-US" sz="3100" kern="1200"/>
        </a:p>
      </dsp:txBody>
      <dsp:txXfrm>
        <a:off x="35411" y="1968883"/>
        <a:ext cx="5071090" cy="654577"/>
      </dsp:txXfrm>
    </dsp:sp>
    <dsp:sp modelId="{C96E4874-96F0-46A1-8464-7C095D23E12F}">
      <dsp:nvSpPr>
        <dsp:cNvPr id="0" name=""/>
        <dsp:cNvSpPr/>
      </dsp:nvSpPr>
      <dsp:spPr>
        <a:xfrm>
          <a:off x="0" y="2748152"/>
          <a:ext cx="5141912" cy="725399"/>
        </a:xfrm>
        <a:prstGeom prst="roundRect">
          <a:avLst/>
        </a:prstGeom>
        <a:solidFill>
          <a:schemeClr val="accent2">
            <a:hueOff val="1144674"/>
            <a:satOff val="-26117"/>
            <a:lumOff val="9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/>
            <a:t>L’abondance</a:t>
          </a:r>
          <a:endParaRPr lang="en-US" sz="3100" kern="1200"/>
        </a:p>
      </dsp:txBody>
      <dsp:txXfrm>
        <a:off x="35411" y="2783563"/>
        <a:ext cx="5071090" cy="654577"/>
      </dsp:txXfrm>
    </dsp:sp>
    <dsp:sp modelId="{FC78C413-B930-4D1C-8503-F779BA6A89AF}">
      <dsp:nvSpPr>
        <dsp:cNvPr id="0" name=""/>
        <dsp:cNvSpPr/>
      </dsp:nvSpPr>
      <dsp:spPr>
        <a:xfrm>
          <a:off x="0" y="3562832"/>
          <a:ext cx="5141912" cy="725399"/>
        </a:xfrm>
        <a:prstGeom prst="roundRect">
          <a:avLst/>
        </a:prstGeom>
        <a:solidFill>
          <a:schemeClr val="accent2">
            <a:hueOff val="1526231"/>
            <a:satOff val="-34822"/>
            <a:lumOff val="12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/>
            <a:t>L’immortalité</a:t>
          </a:r>
          <a:endParaRPr lang="en-US" sz="3100" kern="1200"/>
        </a:p>
      </dsp:txBody>
      <dsp:txXfrm>
        <a:off x="35411" y="3598243"/>
        <a:ext cx="5071090" cy="654577"/>
      </dsp:txXfrm>
    </dsp:sp>
    <dsp:sp modelId="{DF9C798E-2C32-4764-AC36-F4D8056009DA}">
      <dsp:nvSpPr>
        <dsp:cNvPr id="0" name=""/>
        <dsp:cNvSpPr/>
      </dsp:nvSpPr>
      <dsp:spPr>
        <a:xfrm>
          <a:off x="0" y="4377512"/>
          <a:ext cx="5141912" cy="725399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100" kern="1200" dirty="0"/>
            <a:t>L’amour de soi / de l’autre</a:t>
          </a:r>
          <a:endParaRPr lang="en-US" sz="3100" kern="1200" dirty="0"/>
        </a:p>
      </dsp:txBody>
      <dsp:txXfrm>
        <a:off x="35411" y="4412923"/>
        <a:ext cx="5071090" cy="6545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5950C-4A77-4C22-B781-F8B2FA78531A}">
      <dsp:nvSpPr>
        <dsp:cNvPr id="0" name=""/>
        <dsp:cNvSpPr/>
      </dsp:nvSpPr>
      <dsp:spPr>
        <a:xfrm>
          <a:off x="581501" y="2044"/>
          <a:ext cx="2779811" cy="16678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L’amour : voir définition dans vos notes.</a:t>
          </a:r>
          <a:endParaRPr lang="en-US" sz="2200" kern="1200" dirty="0"/>
        </a:p>
      </dsp:txBody>
      <dsp:txXfrm>
        <a:off x="581501" y="2044"/>
        <a:ext cx="2779811" cy="1667887"/>
      </dsp:txXfrm>
    </dsp:sp>
    <dsp:sp modelId="{7EF3817E-0262-48D7-9AFF-FF1879FC69D4}">
      <dsp:nvSpPr>
        <dsp:cNvPr id="0" name=""/>
        <dsp:cNvSpPr/>
      </dsp:nvSpPr>
      <dsp:spPr>
        <a:xfrm>
          <a:off x="3639294" y="2044"/>
          <a:ext cx="2779811" cy="166788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Le bonheur : c’est d’être comblé au niveau des besoins réels de l’humain.</a:t>
          </a:r>
          <a:endParaRPr lang="en-US" sz="2200" kern="1200" dirty="0"/>
        </a:p>
      </dsp:txBody>
      <dsp:txXfrm>
        <a:off x="3639294" y="2044"/>
        <a:ext cx="2779811" cy="1667887"/>
      </dsp:txXfrm>
    </dsp:sp>
    <dsp:sp modelId="{1C272F7A-477A-4F6C-A0CF-A172A01B3D48}">
      <dsp:nvSpPr>
        <dsp:cNvPr id="0" name=""/>
        <dsp:cNvSpPr/>
      </dsp:nvSpPr>
      <dsp:spPr>
        <a:xfrm>
          <a:off x="6697087" y="2044"/>
          <a:ext cx="2779811" cy="16678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Le manque : c’est de ressentir un besoin.</a:t>
          </a:r>
          <a:endParaRPr lang="en-US" sz="2200" kern="1200" dirty="0"/>
        </a:p>
      </dsp:txBody>
      <dsp:txXfrm>
        <a:off x="6697087" y="2044"/>
        <a:ext cx="2779811" cy="1667887"/>
      </dsp:txXfrm>
    </dsp:sp>
    <dsp:sp modelId="{A67C4521-32C9-4CBB-AC3D-CCE2E198BBD7}">
      <dsp:nvSpPr>
        <dsp:cNvPr id="0" name=""/>
        <dsp:cNvSpPr/>
      </dsp:nvSpPr>
      <dsp:spPr>
        <a:xfrm>
          <a:off x="581501" y="1947913"/>
          <a:ext cx="2779811" cy="16678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L’abondance : c’est de trouver en nous les ressources nécessaires pour combler un besoin.</a:t>
          </a:r>
          <a:endParaRPr lang="en-US" sz="2200" kern="1200" dirty="0"/>
        </a:p>
      </dsp:txBody>
      <dsp:txXfrm>
        <a:off x="581501" y="1947913"/>
        <a:ext cx="2779811" cy="1667887"/>
      </dsp:txXfrm>
    </dsp:sp>
    <dsp:sp modelId="{3FD44AB5-3A2C-40E1-A47C-4BECFFDC4924}">
      <dsp:nvSpPr>
        <dsp:cNvPr id="0" name=""/>
        <dsp:cNvSpPr/>
      </dsp:nvSpPr>
      <dsp:spPr>
        <a:xfrm>
          <a:off x="3639294" y="1947913"/>
          <a:ext cx="2779811" cy="166788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L’immortalité : c’est d’accéder à ce qui est stable et infini.</a:t>
          </a:r>
          <a:endParaRPr lang="en-US" sz="2200" kern="1200" dirty="0"/>
        </a:p>
      </dsp:txBody>
      <dsp:txXfrm>
        <a:off x="3639294" y="1947913"/>
        <a:ext cx="2779811" cy="1667887"/>
      </dsp:txXfrm>
    </dsp:sp>
    <dsp:sp modelId="{5370A31D-98C8-4080-8BEA-427AE74DD811}">
      <dsp:nvSpPr>
        <dsp:cNvPr id="0" name=""/>
        <dsp:cNvSpPr/>
      </dsp:nvSpPr>
      <dsp:spPr>
        <a:xfrm>
          <a:off x="6697087" y="1947913"/>
          <a:ext cx="2779811" cy="16678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L’amour de soi : viser son propre bien // L’amour de l’autre : viser le bien de l’autre</a:t>
          </a:r>
          <a:endParaRPr lang="en-US" sz="2200" kern="1200" dirty="0"/>
        </a:p>
      </dsp:txBody>
      <dsp:txXfrm>
        <a:off x="6697087" y="1947913"/>
        <a:ext cx="2779811" cy="166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762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0148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fr-CA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353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250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233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788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020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82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456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512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975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73F62B3-DE10-4A73-86A3-51F3D2FF5061}" type="datetimeFigureOut">
              <a:rPr lang="fr-CA" smtClean="0"/>
              <a:t>2026-04-07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9DBCAAE-54A9-4CE7-891C-EDD1DAF5CC3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248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microsoft.com/office/2007/relationships/hdphoto" Target="../media/hdphoto3.wdp"/><Relationship Id="rId7" Type="http://schemas.openxmlformats.org/officeDocument/2006/relationships/diagramLayout" Target="../diagrams/layout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microsoft.com/office/2007/relationships/hdphoto" Target="../media/hdphoto2.wdp"/><Relationship Id="rId10" Type="http://schemas.microsoft.com/office/2007/relationships/diagramDrawing" Target="../diagrams/drawing5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5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microsoft.com/office/2007/relationships/hdphoto" Target="../media/hdphoto2.wdp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1A32B-95EF-E14B-DEEF-8D6A6AA8D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sz="6000" dirty="0"/>
              <a:t>Cours 16 – la Position </a:t>
            </a:r>
            <a:br>
              <a:rPr lang="fr-CA" sz="6000" dirty="0"/>
            </a:br>
            <a:r>
              <a:rPr lang="fr-CA" sz="6000" dirty="0"/>
              <a:t>du philosophe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5B2760-5F4D-2BF1-A129-7A84AF829F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1128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0B3D3F-0F11-F0D6-8B79-71176309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/>
              <a:t>Le but d’une dissertation</a:t>
            </a:r>
            <a:endParaRPr lang="fr-CA" dirty="0"/>
          </a:p>
        </p:txBody>
      </p:sp>
      <p:graphicFrame>
        <p:nvGraphicFramePr>
          <p:cNvPr id="20" name="Espace réservé du contenu 2">
            <a:extLst>
              <a:ext uri="{FF2B5EF4-FFF2-40B4-BE49-F238E27FC236}">
                <a16:creationId xmlns:a16="http://schemas.microsoft.com/office/drawing/2014/main" id="{BCEFA01A-4DF2-6235-A882-F55F72ED65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320412"/>
          <a:ext cx="10058400" cy="3851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60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66747-AB9C-E349-78C3-20A623C1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4000" dirty="0"/>
              <a:t>Rappel : une seule chose à faire (examen no. 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AF3A60E-A5E1-F595-E8FB-D599C2B2C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068945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8653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0FCFDF-9434-C332-CD49-144731FA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4400" dirty="0"/>
              <a:t>3 parties au développement sur Platon</a:t>
            </a:r>
          </a:p>
        </p:txBody>
      </p:sp>
      <p:graphicFrame>
        <p:nvGraphicFramePr>
          <p:cNvPr id="20" name="Espace réservé du contenu 2">
            <a:extLst>
              <a:ext uri="{FF2B5EF4-FFF2-40B4-BE49-F238E27FC236}">
                <a16:creationId xmlns:a16="http://schemas.microsoft.com/office/drawing/2014/main" id="{26308E47-90AA-8209-1208-2EEE44B8D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752723"/>
              </p:ext>
            </p:extLst>
          </p:nvPr>
        </p:nvGraphicFramePr>
        <p:xfrm>
          <a:off x="1069848" y="2320412"/>
          <a:ext cx="10058400" cy="3851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11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476ED-F567-9503-A75F-17AC812B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1. La thèse de </a:t>
            </a:r>
            <a:r>
              <a:rPr lang="fr-CA" dirty="0" err="1"/>
              <a:t>platon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46925D-FC97-95B2-C034-FE939C1EF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862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>
                <a:solidFill>
                  <a:srgbClr val="FFFFFF"/>
                </a:solidFill>
              </a:rPr>
              <a:t>1. La thèse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r>
              <a:rPr lang="fr-CA" sz="2800" dirty="0"/>
              <a:t>Il s’agit de présenter la thèse de l’auteur. C’est-à-dire comment il répondrait à la question choisie.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48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>
                <a:solidFill>
                  <a:srgbClr val="FFFFFF"/>
                </a:solidFill>
              </a:rPr>
              <a:t>1. La thèse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2800" dirty="0"/>
              <a:t>Ce que cette section doit faire : </a:t>
            </a:r>
          </a:p>
          <a:p>
            <a:pPr marL="0" indent="0">
              <a:buNone/>
            </a:pPr>
            <a:endParaRPr lang="fr-CA" sz="2800" dirty="0"/>
          </a:p>
          <a:p>
            <a:pPr>
              <a:buFontTx/>
              <a:buChar char="-"/>
            </a:pPr>
            <a:r>
              <a:rPr lang="fr-CA" sz="2800" dirty="0"/>
              <a:t>La thèse doit être claire.</a:t>
            </a:r>
          </a:p>
          <a:p>
            <a:pPr>
              <a:buFontTx/>
              <a:buChar char="-"/>
            </a:pPr>
            <a:r>
              <a:rPr lang="fr-CA" sz="2800" dirty="0"/>
              <a:t>Les concepts importants de la thèse doivent être définis.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68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4487AF-8A58-BEA8-28E1-6E1F4F4F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6516241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660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Exemple</a:t>
            </a:r>
            <a:r>
              <a:rPr lang="en-US" sz="66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 de dissertation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02709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B0A998-A5C6-45CB-ACF3-1CF63992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3595" y="1903304"/>
            <a:ext cx="3051394" cy="3051388"/>
            <a:chOff x="7933595" y="1903304"/>
            <a:chExt cx="3051394" cy="305138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3595" y="1903304"/>
              <a:ext cx="3051394" cy="3051388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5024" y="2064730"/>
              <a:ext cx="2728540" cy="272853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553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2565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400" dirty="0"/>
              <a:t>La thèse :</a:t>
            </a:r>
          </a:p>
          <a:p>
            <a:pPr marL="0" indent="0">
              <a:buNone/>
            </a:pPr>
            <a:r>
              <a:rPr lang="fr-CA" sz="2400" b="1" dirty="0"/>
              <a:t>Selon Platon</a:t>
            </a:r>
            <a:r>
              <a:rPr lang="fr-CA" sz="2400" dirty="0"/>
              <a:t>, c’est effectivement l’amour qui pousse le philosophe à revenir dans la caverne. </a:t>
            </a:r>
          </a:p>
          <a:p>
            <a:pPr marL="0" indent="0">
              <a:buNone/>
            </a:pPr>
            <a:r>
              <a:rPr lang="fr-CA" sz="2400" b="1" dirty="0"/>
              <a:t>Quand on parle d’« amour » chez Platon</a:t>
            </a:r>
            <a:r>
              <a:rPr lang="fr-CA" sz="2400" dirty="0"/>
              <a:t>, on désigne le désir d’avoir pour soi, pour toujours, les belles et bonnes choses de la vie. </a:t>
            </a:r>
          </a:p>
          <a:p>
            <a:pPr marL="0" indent="0">
              <a:buNone/>
            </a:pPr>
            <a:r>
              <a:rPr lang="fr-CA" sz="2400" b="1" dirty="0"/>
              <a:t>Quand il dit que le philosophe « revient dans la caverne », </a:t>
            </a:r>
            <a:r>
              <a:rPr lang="fr-CA" sz="2400" dirty="0"/>
              <a:t>il veut dire qu’il utilise sa sagesse pour tenter de sortir les gens de la double ignorance.</a:t>
            </a:r>
          </a:p>
          <a:p>
            <a:pPr marL="0" indent="0">
              <a:buNone/>
            </a:pPr>
            <a:r>
              <a:rPr lang="fr-CA" sz="2400" b="1" dirty="0"/>
              <a:t>Ainsi</a:t>
            </a:r>
            <a:r>
              <a:rPr lang="fr-CA" sz="2400" dirty="0"/>
              <a:t>, Platon pense que le philosophe, par un double amour des humains et du Bien, va vouloir retourner parmi ses concitoyens pour leur ouvrir les yeux sur le monde. (98 mots)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75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476ED-F567-9503-A75F-17AC812B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6000" dirty="0"/>
              <a:t>2. explication approfondie de la position de </a:t>
            </a:r>
            <a:r>
              <a:rPr lang="fr-CA" sz="6000" dirty="0" err="1"/>
              <a:t>platon</a:t>
            </a:r>
            <a:endParaRPr lang="fr-CA" sz="60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46925D-FC97-95B2-C034-FE939C1EF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0309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 dirty="0">
                <a:solidFill>
                  <a:srgbClr val="FFFFFF"/>
                </a:solidFill>
              </a:rPr>
              <a:t>2. Explication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r>
              <a:rPr lang="fr-CA" sz="2800" dirty="0"/>
              <a:t>Il s’agit de présenter la position de l’auteur en creusant le plus possible celle-ci.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369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 dirty="0">
                <a:solidFill>
                  <a:srgbClr val="FFFFFF"/>
                </a:solidFill>
              </a:rPr>
              <a:t>2. explication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2800" dirty="0"/>
              <a:t>Ce que cette section doit faire : </a:t>
            </a:r>
          </a:p>
          <a:p>
            <a:pPr marL="0" indent="0">
              <a:buNone/>
            </a:pPr>
            <a:endParaRPr lang="fr-CA" sz="2800" dirty="0"/>
          </a:p>
          <a:p>
            <a:pPr>
              <a:buFontTx/>
              <a:buChar char="-"/>
            </a:pPr>
            <a:r>
              <a:rPr lang="fr-CA" sz="2800" dirty="0"/>
              <a:t>La position doit être présentée dans le détail.</a:t>
            </a:r>
          </a:p>
          <a:p>
            <a:pPr>
              <a:buFontTx/>
              <a:buChar char="-"/>
            </a:pPr>
            <a:r>
              <a:rPr lang="fr-CA" sz="2800" dirty="0"/>
              <a:t>Il faut entrer dans les nuances et les subtilités de la position.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02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4487AF-8A58-BEA8-28E1-6E1F4F4F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6516241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660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Exemple</a:t>
            </a:r>
            <a:r>
              <a:rPr lang="en-US" sz="66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 de dissertation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02709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B0A998-A5C6-45CB-ACF3-1CF63992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3595" y="1903304"/>
            <a:ext cx="3051394" cy="3051388"/>
            <a:chOff x="7933595" y="1903304"/>
            <a:chExt cx="3051394" cy="305138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3595" y="1903304"/>
              <a:ext cx="3051394" cy="3051388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5024" y="2064730"/>
              <a:ext cx="2728540" cy="272853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634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/>
              <a:t>L’explication :</a:t>
            </a:r>
          </a:p>
          <a:p>
            <a:pPr marL="0" indent="0">
              <a:buNone/>
            </a:pPr>
            <a:r>
              <a:rPr lang="fr-CA" sz="2800" dirty="0"/>
              <a:t>EN EFFET, Platon écrit que le philosophe aurait « pitié » des prisonniers de la caverne. Cela signifie que le philosophe aime pour lui-même les choses bonnes et belles, mais qu’il veut également partager celles-ci pour que le plus grand nombre puisse en profiter également. </a:t>
            </a:r>
            <a:r>
              <a:rPr lang="fr-CA" sz="2800" b="1" dirty="0"/>
              <a:t>Ainsi</a:t>
            </a:r>
            <a:r>
              <a:rPr lang="fr-CA" sz="2800" dirty="0"/>
              <a:t>, aimer l’autre réellement, ce n’est pas vouloir profiter de lui, comme le font les marionnettistes, mais plutôt l’aider à atteindre les choses qui sont bonnes pour son âme.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10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/>
              <a:t>L’explication :</a:t>
            </a:r>
          </a:p>
          <a:p>
            <a:pPr marL="0" indent="0">
              <a:buNone/>
            </a:pPr>
            <a:r>
              <a:rPr lang="fr-CA" sz="2800" dirty="0"/>
              <a:t>DE PLUS, Platon pense que le philosophe aime tellement le Bien, qu’il décide de se mettre à son service. Aimer le Bien, c’est vouloir aider le Bien à se propager dans le monde. </a:t>
            </a:r>
            <a:r>
              <a:rPr lang="fr-CA" sz="2800" b="1" dirty="0"/>
              <a:t>Ainsi</a:t>
            </a:r>
            <a:r>
              <a:rPr lang="fr-CA" sz="2800" dirty="0"/>
              <a:t>, son amour pour les belles et bonnes choses le pousse à montrer aux prisonniers quelles sont les vraies choses qui sont belles et bonnes pour eux. </a:t>
            </a:r>
          </a:p>
          <a:p>
            <a:pPr marL="0" indent="0">
              <a:buNone/>
            </a:pPr>
            <a:r>
              <a:rPr lang="fr-CA" sz="2800" dirty="0"/>
              <a:t>(143 mots)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67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476ED-F567-9503-A75F-17AC812B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6000" dirty="0"/>
              <a:t>3. Illustration des idées </a:t>
            </a:r>
            <a:br>
              <a:rPr lang="fr-CA" sz="6000" dirty="0"/>
            </a:br>
            <a:r>
              <a:rPr lang="fr-CA" sz="6000" dirty="0"/>
              <a:t>de </a:t>
            </a:r>
            <a:r>
              <a:rPr lang="fr-CA" sz="6000" dirty="0" err="1"/>
              <a:t>platon</a:t>
            </a:r>
            <a:endParaRPr lang="fr-CA" sz="60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46925D-FC97-95B2-C034-FE939C1EF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3900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 dirty="0">
                <a:solidFill>
                  <a:srgbClr val="FFFFFF"/>
                </a:solidFill>
              </a:rPr>
              <a:t>3. Illustration des idées de </a:t>
            </a:r>
            <a:r>
              <a:rPr lang="fr-CA" sz="4800" dirty="0" err="1">
                <a:solidFill>
                  <a:srgbClr val="FFFFFF"/>
                </a:solidFill>
              </a:rPr>
              <a:t>platon</a:t>
            </a:r>
            <a:endParaRPr lang="fr-CA" sz="48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r>
              <a:rPr lang="fr-CA" sz="2800" dirty="0"/>
              <a:t>Il s’agit de présenter quelques exemples (issus des textes </a:t>
            </a:r>
            <a:r>
              <a:rPr lang="fr-CA" sz="2800"/>
              <a:t>de Platon) qui </a:t>
            </a:r>
            <a:r>
              <a:rPr lang="fr-CA" sz="2800" dirty="0"/>
              <a:t>permettent de mieux comprendre sa pensée.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747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 dirty="0">
                <a:solidFill>
                  <a:srgbClr val="FFFFFF"/>
                </a:solidFill>
              </a:rPr>
              <a:t>3. Illustration des idées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2800" dirty="0"/>
              <a:t>Ce que cette section doit faire : </a:t>
            </a:r>
          </a:p>
          <a:p>
            <a:pPr marL="0" indent="0">
              <a:buNone/>
            </a:pPr>
            <a:endParaRPr lang="fr-CA" sz="2800" dirty="0"/>
          </a:p>
          <a:p>
            <a:pPr>
              <a:buFontTx/>
              <a:buChar char="-"/>
            </a:pPr>
            <a:r>
              <a:rPr lang="fr-CA" sz="2800" dirty="0"/>
              <a:t>Les exemples doivent être pertinents et suffisamment complexes pour bien expliquer la position de Platon. </a:t>
            </a:r>
          </a:p>
          <a:p>
            <a:pPr>
              <a:buFontTx/>
              <a:buChar char="-"/>
            </a:pPr>
            <a:r>
              <a:rPr lang="fr-CA" sz="2800"/>
              <a:t>Les </a:t>
            </a:r>
            <a:r>
              <a:rPr lang="fr-CA" sz="2800" dirty="0"/>
              <a:t>exemples doivent venir des textes de Platon que nous avons étudiés.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0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0559C8-22C1-F047-6B88-0F640CE1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fr-CA" sz="4800" dirty="0">
                <a:solidFill>
                  <a:srgbClr val="FFFFFF"/>
                </a:solidFill>
              </a:rPr>
              <a:t>3. Illustration des idées de Platon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941BC-62A6-2492-562F-56926C21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Vous pouvez vous appuyer sur les cinq (5) textes de Platon suivants : </a:t>
            </a:r>
          </a:p>
          <a:p>
            <a:pPr marL="0" indent="0">
              <a:buNone/>
            </a:pP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Allégorie de la caverne</a:t>
            </a:r>
          </a:p>
          <a:p>
            <a:pPr marL="0" indent="0">
              <a:buNone/>
            </a:pPr>
            <a:r>
              <a:rPr lang="fr-CA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Apologie de Socrate (extrait)</a:t>
            </a:r>
          </a:p>
          <a:p>
            <a:pPr marL="0" indent="0">
              <a:buNone/>
            </a:pPr>
            <a:r>
              <a:rPr lang="fr-CA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Discours d’Alcibiade</a:t>
            </a:r>
          </a:p>
          <a:p>
            <a:pPr marL="0" indent="0">
              <a:buNone/>
            </a:pPr>
            <a:r>
              <a:rPr lang="fr-CA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Mythe d’Aristophane</a:t>
            </a:r>
          </a:p>
          <a:p>
            <a:pPr marL="0" indent="0">
              <a:buNone/>
            </a:pPr>
            <a:r>
              <a:rPr lang="fr-CA" sz="28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fr-CA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Enseignement de Diotime.</a:t>
            </a:r>
            <a:endParaRPr lang="en-CA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927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4487AF-8A58-BEA8-28E1-6E1F4F4F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6516241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660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Exemple</a:t>
            </a:r>
            <a:r>
              <a:rPr lang="en-US" sz="66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 de dissertation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02709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B0A998-A5C6-45CB-ACF3-1CF63992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3595" y="1903304"/>
            <a:ext cx="3051394" cy="3051388"/>
            <a:chOff x="7933595" y="1903304"/>
            <a:chExt cx="3051394" cy="305138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3595" y="1903304"/>
              <a:ext cx="3051394" cy="3051388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5024" y="2064730"/>
              <a:ext cx="2728540" cy="272853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114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/>
              <a:t>L’illustration :</a:t>
            </a:r>
          </a:p>
          <a:p>
            <a:pPr marL="0" indent="0">
              <a:buNone/>
            </a:pPr>
            <a:r>
              <a:rPr lang="fr-CA" sz="2800" b="1" dirty="0"/>
              <a:t>Dans le Discours d’Alcibiade écrit par Platon</a:t>
            </a:r>
            <a:r>
              <a:rPr lang="fr-CA" sz="2800" dirty="0"/>
              <a:t>, Socrate tente d’aider Alcibiade…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011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/>
              <a:t>L’illustration :</a:t>
            </a:r>
          </a:p>
          <a:p>
            <a:pPr marL="0" indent="0">
              <a:buNone/>
            </a:pPr>
            <a:r>
              <a:rPr lang="fr-CA" sz="2800" b="1" dirty="0"/>
              <a:t>Dans le Mythe d’Aristophane écrit par Platon, </a:t>
            </a:r>
            <a:r>
              <a:rPr lang="fr-CA" sz="2800" dirty="0"/>
              <a:t>le poète comique raconte qu’un humain cherche à trouver son autre moitié pour se sentir plus complet. Mais ce qui comble réellement un humain, nous dit Platon, ce sont les belles et bonnes choses de l’âme. </a:t>
            </a:r>
            <a:r>
              <a:rPr lang="fr-CA" sz="2800" b="1" dirty="0"/>
              <a:t>Ainsi</a:t>
            </a:r>
            <a:r>
              <a:rPr lang="fr-CA" sz="2800" dirty="0"/>
              <a:t>, si on aime réellement quelqu’un, si on veut vraiment le compléter, on va vouloir aider l’autre à sortir de la caverne et à devenir une meilleure personne.</a:t>
            </a:r>
          </a:p>
          <a:p>
            <a:pPr marL="0" indent="0">
              <a:buNone/>
            </a:pPr>
            <a:r>
              <a:rPr lang="fr-CA" sz="2800" dirty="0"/>
              <a:t>(78 mots)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685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/>
              <a:t>L’illustration :</a:t>
            </a:r>
          </a:p>
          <a:p>
            <a:pPr marL="0" indent="0">
              <a:buNone/>
            </a:pPr>
            <a:r>
              <a:rPr lang="fr-CA" sz="2800" b="1" dirty="0"/>
              <a:t>Dans l’Apologie de Socrate écrit par Platon, </a:t>
            </a:r>
            <a:r>
              <a:rPr lang="fr-CA" sz="2800" dirty="0"/>
              <a:t>Socrate suggère que c’est le dieu qui l’a poussé à questionner les gens de sa cité (grâce à l’oracle de Delphes). </a:t>
            </a:r>
            <a:r>
              <a:rPr lang="fr-CA" sz="2800" b="1" dirty="0"/>
              <a:t>Ainsi</a:t>
            </a:r>
            <a:r>
              <a:rPr lang="fr-CA" sz="2800" dirty="0"/>
              <a:t>, se mettre au service des Dieux et du Bien lui-même, c’est d’aider les gens à sortir de la double ignorance. </a:t>
            </a:r>
            <a:r>
              <a:rPr lang="fr-CA" sz="2800" b="1" dirty="0"/>
              <a:t>En effet</a:t>
            </a:r>
            <a:r>
              <a:rPr lang="fr-CA" sz="2800" dirty="0"/>
              <a:t>, aimer ce qui est le plus immortel et le plus divin, le Bien lui-même, c’est vouloir aider les autres à sortir de la caverne et ainsi les aider à se représenter correctement le Bien.</a:t>
            </a:r>
          </a:p>
          <a:p>
            <a:pPr marL="0" indent="0">
              <a:buNone/>
            </a:pPr>
            <a:r>
              <a:rPr lang="fr-CA" sz="2800" dirty="0"/>
              <a:t>(93 mots)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869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FC6C0-BDC9-F50C-3101-E065376E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sz="3200" dirty="0"/>
              <a:t>Est-ce l’amour qui pousse le philosophe à revenir dans la caverne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A731E-BFB0-7D3B-BC11-051C7961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43372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800" dirty="0"/>
              <a:t>L’illustration :</a:t>
            </a:r>
          </a:p>
          <a:p>
            <a:pPr marL="0" indent="0">
              <a:buNone/>
            </a:pPr>
            <a:r>
              <a:rPr lang="fr-CA" sz="2800" b="1" dirty="0"/>
              <a:t>Dans l’Enseignement de Diotime écrit par Platon, </a:t>
            </a:r>
            <a:r>
              <a:rPr lang="fr-CA" sz="2800" dirty="0"/>
              <a:t>Socrate apprend que le degré le plus élevé d’amour c’est l’amour du Bien…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865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A29C8-FC5E-47D6-1E12-55D9B3AC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votre développement :</a:t>
            </a:r>
            <a:endParaRPr lang="fr-CA" dirty="0"/>
          </a:p>
        </p:txBody>
      </p:sp>
      <p:graphicFrame>
        <p:nvGraphicFramePr>
          <p:cNvPr id="19" name="Espace réservé du contenu 2">
            <a:extLst>
              <a:ext uri="{FF2B5EF4-FFF2-40B4-BE49-F238E27FC236}">
                <a16:creationId xmlns:a16="http://schemas.microsoft.com/office/drawing/2014/main" id="{3944F846-5368-B79D-222A-9316F3E9C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1102565"/>
              </p:ext>
            </p:extLst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362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D2584-B0C4-8B6A-1CD3-C78578DFB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Définition des concepts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3BFCDA-5459-E628-89A6-23CFD5E5DC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9692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B90EC6-AC56-6CD0-FF63-FF43F2C2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fr-CA" sz="3000" dirty="0">
                <a:solidFill>
                  <a:srgbClr val="FFFFFF"/>
                </a:solidFill>
              </a:rPr>
              <a:t>Les différents concepts qui pourraient être à l’examen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F2050A8-C3F3-4333-8961-E5FC92E3A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454002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832954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D11F4-5838-1E34-8137-4286A6C9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fr-CA" dirty="0"/>
              <a:t>Les différents concepts qui pourraient être à L’examen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51BDFBC-7D3B-E098-71F1-A98FAB8C4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274439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0662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AFD15B-CF29-4306-884F-47675092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EB729-2A43-65B7-0A2C-2A1C0A43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44" y="1382165"/>
            <a:ext cx="4869179" cy="1517984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Voir les consignes d’examen</a:t>
            </a:r>
          </a:p>
        </p:txBody>
      </p:sp>
      <p:pic>
        <p:nvPicPr>
          <p:cNvPr id="5" name="Picture 4" descr="Formules écrites sur un unicolore">
            <a:extLst>
              <a:ext uri="{FF2B5EF4-FFF2-40B4-BE49-F238E27FC236}">
                <a16:creationId xmlns:a16="http://schemas.microsoft.com/office/drawing/2014/main" id="{3916F94B-DF74-4080-8FF3-F7C26E576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r="20284" b="1"/>
          <a:stretch/>
        </p:blipFill>
        <p:spPr>
          <a:xfrm>
            <a:off x="-9866" y="401980"/>
            <a:ext cx="6115733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6349AB3-1BD3-41E1-8979-1DBDCB5C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866" y="401980"/>
            <a:ext cx="6115733" cy="6456021"/>
          </a:xfrm>
          <a:custGeom>
            <a:avLst/>
            <a:gdLst>
              <a:gd name="connsiteX0" fmla="*/ 2259477 w 6115733"/>
              <a:gd name="connsiteY0" fmla="*/ 433395 h 6456021"/>
              <a:gd name="connsiteX1" fmla="*/ 5681904 w 6115733"/>
              <a:gd name="connsiteY1" fmla="*/ 3852396 h 6456021"/>
              <a:gd name="connsiteX2" fmla="*/ 4679499 w 6115733"/>
              <a:gd name="connsiteY2" fmla="*/ 6269995 h 6456021"/>
              <a:gd name="connsiteX3" fmla="*/ 4474613 w 6115733"/>
              <a:gd name="connsiteY3" fmla="*/ 6456021 h 6456021"/>
              <a:gd name="connsiteX4" fmla="*/ 44341 w 6115733"/>
              <a:gd name="connsiteY4" fmla="*/ 6456021 h 6456021"/>
              <a:gd name="connsiteX5" fmla="*/ 0 w 6115733"/>
              <a:gd name="connsiteY5" fmla="*/ 6415762 h 6456021"/>
              <a:gd name="connsiteX6" fmla="*/ 0 w 6115733"/>
              <a:gd name="connsiteY6" fmla="*/ 1289029 h 6456021"/>
              <a:gd name="connsiteX7" fmla="*/ 82495 w 6115733"/>
              <a:gd name="connsiteY7" fmla="*/ 1214128 h 6456021"/>
              <a:gd name="connsiteX8" fmla="*/ 2259477 w 6115733"/>
              <a:gd name="connsiteY8" fmla="*/ 433395 h 6456021"/>
              <a:gd name="connsiteX9" fmla="*/ 2259477 w 6115733"/>
              <a:gd name="connsiteY9" fmla="*/ 0 h 6456021"/>
              <a:gd name="connsiteX10" fmla="*/ 6115733 w 6115733"/>
              <a:gd name="connsiteY10" fmla="*/ 3852396 h 6456021"/>
              <a:gd name="connsiteX11" fmla="*/ 5235152 w 6115733"/>
              <a:gd name="connsiteY11" fmla="*/ 6302877 h 6456021"/>
              <a:gd name="connsiteX12" fmla="*/ 5095826 w 6115733"/>
              <a:gd name="connsiteY12" fmla="*/ 6456021 h 6456021"/>
              <a:gd name="connsiteX13" fmla="*/ 4617788 w 6115733"/>
              <a:gd name="connsiteY13" fmla="*/ 6456021 h 6456021"/>
              <a:gd name="connsiteX14" fmla="*/ 4747668 w 6115733"/>
              <a:gd name="connsiteY14" fmla="*/ 6338096 h 6456021"/>
              <a:gd name="connsiteX15" fmla="*/ 5778311 w 6115733"/>
              <a:gd name="connsiteY15" fmla="*/ 3852396 h 6456021"/>
              <a:gd name="connsiteX16" fmla="*/ 2259477 w 6115733"/>
              <a:gd name="connsiteY16" fmla="*/ 337085 h 6456021"/>
              <a:gd name="connsiteX17" fmla="*/ 21172 w 6115733"/>
              <a:gd name="connsiteY17" fmla="*/ 1139811 h 6456021"/>
              <a:gd name="connsiteX18" fmla="*/ 0 w 6115733"/>
              <a:gd name="connsiteY18" fmla="*/ 1159034 h 6456021"/>
              <a:gd name="connsiteX19" fmla="*/ 0 w 6115733"/>
              <a:gd name="connsiteY19" fmla="*/ 735177 h 6456021"/>
              <a:gd name="connsiteX20" fmla="*/ 103407 w 6115733"/>
              <a:gd name="connsiteY20" fmla="*/ 657929 h 6456021"/>
              <a:gd name="connsiteX21" fmla="*/ 2259477 w 6115733"/>
              <a:gd name="connsiteY21" fmla="*/ 0 h 645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58C14-9DFA-A482-9855-C026F7968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545" y="3007389"/>
            <a:ext cx="4869179" cy="3065865"/>
          </a:xfrm>
        </p:spPr>
        <p:txBody>
          <a:bodyPr anchor="t">
            <a:normAutofit/>
          </a:bodyPr>
          <a:lstStyle/>
          <a:p>
            <a:endParaRPr lang="en-US" sz="1800" dirty="0">
              <a:solidFill>
                <a:srgbClr val="000000"/>
              </a:solidFill>
            </a:endParaRPr>
          </a:p>
          <a:p>
            <a:endParaRPr lang="en-US" sz="1800" dirty="0">
              <a:solidFill>
                <a:srgbClr val="000000"/>
              </a:solidFill>
            </a:endParaRPr>
          </a:p>
          <a:p>
            <a:r>
              <a:rPr lang="en-US" sz="2400" dirty="0" err="1">
                <a:solidFill>
                  <a:srgbClr val="000000"/>
                </a:solidFill>
              </a:rPr>
              <a:t>Voir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feuille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distribuée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classe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CA915D-BDF0-41F8-B00E-FB186EFF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7AAC03-BF64-4E67-9032-3BD024998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A131397-5A45-4344-9983-5E400A3E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4345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2AEDCB-3859-4EAD-AA65-4BDD2802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AA709-28A2-4289-A11E-FD3AA53F0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08D5D4-689C-423B-9974-4733A30A4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56E55-07B4-BDC1-78A4-52E92FCA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672" y="1060704"/>
            <a:ext cx="3630168" cy="473659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Exercice d’interprétation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3CB16-A5F4-6B71-D080-8A2CE40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8284" y="1060704"/>
            <a:ext cx="5093110" cy="4736592"/>
          </a:xfrm>
        </p:spPr>
        <p:txBody>
          <a:bodyPr anchor="ctr">
            <a:normAutofit/>
          </a:bodyPr>
          <a:lstStyle/>
          <a:p>
            <a:endParaRPr lang="en-US" sz="1800" dirty="0"/>
          </a:p>
          <a:p>
            <a:endParaRPr lang="en-US" sz="1800" dirty="0"/>
          </a:p>
          <a:p>
            <a:r>
              <a:rPr lang="en-US" sz="2800" dirty="0" err="1"/>
              <a:t>Voir</a:t>
            </a:r>
            <a:r>
              <a:rPr lang="en-US" sz="2800" dirty="0"/>
              <a:t> les </a:t>
            </a:r>
            <a:r>
              <a:rPr lang="en-US" sz="2800" dirty="0" err="1"/>
              <a:t>aphorismes</a:t>
            </a:r>
            <a:r>
              <a:rPr lang="en-US" sz="2800" dirty="0"/>
              <a:t> </a:t>
            </a:r>
            <a:r>
              <a:rPr lang="en-US" sz="2800" dirty="0" err="1"/>
              <a:t>d’Héraclite</a:t>
            </a:r>
            <a:r>
              <a:rPr lang="en-US" sz="2800" dirty="0"/>
              <a:t> dans le </a:t>
            </a:r>
            <a:r>
              <a:rPr lang="en-US" sz="2800" dirty="0" err="1"/>
              <a:t>Recueil</a:t>
            </a:r>
            <a:r>
              <a:rPr lang="en-US" sz="2800" dirty="0"/>
              <a:t>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8673E8-250A-46DB-9A53-00144B5AB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644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414</TotalTime>
  <Words>1105</Words>
  <Application>Microsoft Macintosh PowerPoint</Application>
  <PresentationFormat>Grand écran</PresentationFormat>
  <Paragraphs>101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Calibri</vt:lpstr>
      <vt:lpstr>Rockwell</vt:lpstr>
      <vt:lpstr>Rockwell Condensed</vt:lpstr>
      <vt:lpstr>Rockwell Extra Bold</vt:lpstr>
      <vt:lpstr>Wingdings</vt:lpstr>
      <vt:lpstr>Type de bois</vt:lpstr>
      <vt:lpstr>Cours 16 – la Position  du philosophe</vt:lpstr>
      <vt:lpstr>Le but d’une dissertation</vt:lpstr>
      <vt:lpstr>Rappel : une seule chose à faire (examen no. 2)</vt:lpstr>
      <vt:lpstr>3 parties au développement sur Platon</vt:lpstr>
      <vt:lpstr>1. La thèse de platon</vt:lpstr>
      <vt:lpstr>1. La thèse de Platon</vt:lpstr>
      <vt:lpstr>1. La thèse de Platon</vt:lpstr>
      <vt:lpstr>Exemple de dissertation</vt:lpstr>
      <vt:lpstr>Est-ce l’amour qui pousse le philosophe à revenir dans la caverne ?</vt:lpstr>
      <vt:lpstr>2. explication approfondie de la position de platon</vt:lpstr>
      <vt:lpstr>2. Explication de Platon</vt:lpstr>
      <vt:lpstr>2. explication de Platon</vt:lpstr>
      <vt:lpstr>Exemple de dissertation</vt:lpstr>
      <vt:lpstr>Est-ce l’amour qui pousse le philosophe à revenir dans la caverne ?</vt:lpstr>
      <vt:lpstr>Est-ce l’amour qui pousse le philosophe à revenir dans la caverne ?</vt:lpstr>
      <vt:lpstr>3. Illustration des idées  de platon</vt:lpstr>
      <vt:lpstr>3. Illustration des idées de platon</vt:lpstr>
      <vt:lpstr>3. Illustration des idées de Platon</vt:lpstr>
      <vt:lpstr>3. Illustration des idées de Platon</vt:lpstr>
      <vt:lpstr>Exemple de dissertation</vt:lpstr>
      <vt:lpstr>Est-ce l’amour qui pousse le philosophe à revenir dans la caverne ?</vt:lpstr>
      <vt:lpstr>Est-ce l’amour qui pousse le philosophe à revenir dans la caverne ?</vt:lpstr>
      <vt:lpstr>Est-ce l’amour qui pousse le philosophe à revenir dans la caverne ?</vt:lpstr>
      <vt:lpstr>Est-ce l’amour qui pousse le philosophe à revenir dans la caverne ?</vt:lpstr>
      <vt:lpstr>Structure de votre développement :</vt:lpstr>
      <vt:lpstr>Définition des concepts</vt:lpstr>
      <vt:lpstr>Les différents concepts qui pourraient être à l’examen</vt:lpstr>
      <vt:lpstr>Les différents concepts qui pourraient être à L’examen </vt:lpstr>
      <vt:lpstr>Voir les consignes d’examen</vt:lpstr>
      <vt:lpstr>Exercice d’interprétation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18 – la Position  du philosophe</dc:title>
  <dc:creator>Jacques BOULET</dc:creator>
  <cp:lastModifiedBy>Jacques BOULET</cp:lastModifiedBy>
  <cp:revision>24</cp:revision>
  <dcterms:created xsi:type="dcterms:W3CDTF">2022-11-01T14:12:55Z</dcterms:created>
  <dcterms:modified xsi:type="dcterms:W3CDTF">2026-04-07T10:37:46Z</dcterms:modified>
</cp:coreProperties>
</file>